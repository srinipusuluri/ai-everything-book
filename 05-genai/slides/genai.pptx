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Module 03/04's generative idea, applied to a continuous signal instead of discrete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Normalizing flows exist too but haven't scaled - mention in passing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GANs still win a narrow set of real-time single-domain tasks - name one if asked, e.g. face reenactment.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closed-form jump - it is the single most important equation in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'blurry average' failure directly back to why VAEs blur - same underlying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code/guidance_and_sampling.py measures this exact table numerically - show the printed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CFG-scale slider in every text-to-image tool - name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code/guidance_and_sampling.py's Q2 sweep produces this table's numbers on a toy dataset - no free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pipeline: image -&gt; VAE encoder -&gt; latent -&gt; diffusion -&gt; latent -&gt; VAE decoder -&gt;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story as CNN-to-transformer in vision classification - the field has seen this shift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CLIP's 77-token limit and bag-of-concepts style is why newer systems add a T5/LLM 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ControlNet is arguably the single biggest production unlock - text alone is a poor spatial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Consistency failures - flicker, an object changing identity - are video's version of six-fingered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two separate questions about any system: can it see what I upload, and can it make me 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unsolved problem as Module 15 for text - no scalar captures realism, fidelity, diversity, and correctness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Overall photorealism is hard to distinguish from real photos - hands and text still give it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C2PA metadata is stripped by any tool that does not preserve it, including a plain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whiteboard sketch is the real test - if the equation only lives in the code, you are not done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05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Generative AI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Diffusion, and everything built on top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this module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LLM already IS a generative model: samples from P(next token)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module widens the lens to pixels, video, and audio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family now dominates all three: diffusion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Target: train a real (tiny) diffusion model from scratch, no hand-waving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generative family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Fatal-ish weakness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Autoregressive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factorise P(x), generate one unit at a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sequential = slow at pixel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VAE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probabilistic bottleneck, decode back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blurry - ELBO averages away uncertainty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generator vs discriminator, adversarial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 collapse, unstable, no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Diffusion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learn to reverse a noising process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slow sampling (many steps)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diffusion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Diffusion training is plain regression: predict the noise you added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adversary, no minimax game, no mode collapse by construction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is exactly why it scaled to internet-size data with no babysitting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Price: sampling needs tens-to-hundreds of network passes, not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Opinion: default to diffusion (or flow matching) unless you have a reason not 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Forward process: destroy the image on a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x_t = sqrt(1-beta_t)*x_(t-1) + sqrt(beta_t)*eps, repeated T times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learning required here - it is arithmetic, governed by a schedule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Closed form: x_t = sqrt(abar_t)*x0 + sqrt(1-abar_t)*eps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closed form is why training needs no simulation loop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Pick a random x0, random t, one eps -&gt; one training example, one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Reverse process: learn to undo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 a network eps_theta(x_t, t) to predict the noise that was added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Loss: mean squared error between predicted and true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Same supervised training loop as Module 01, extra input: a random timestep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Sampling: start from pure noise, iteratively subtract predicted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Small steps matter - one big leap produces a blurry average, not sharp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DDPM vs DDIM 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DDPM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DDIM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Reverse 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deterministic (tunable via 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Steps for good quality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~1000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20-50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Reproducible from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Latent interpolation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 meaningful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meaningful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Classifier-free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Conditioning directly, eps_theta(x_t,t,c), tends to be soft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Fix: randomly drop the condition during training (~10% of examples)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At sampling time, run the network twice: conditioned and unconditioned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eps_guided = eps_u + w * (eps_c - eps_u), w is the guidance scale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separate classifier needed - the trick is in training, not sampling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Guidance scale: fidelity up, diversity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Guidance scale w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Prompt fidelity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Diversity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Artifacts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~1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soft, generic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~5-8 (typical default)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~15-20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very literal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low, samples converge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oversaturated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~30+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prompt-obsessed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collapsed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severe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Latent diffusion: why Stable Diffusion is not pixel-space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Diffusing 512x512x3 pixels directly: huge cost per reverse step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 a VAE to compress images into a small latent grid, e.g. 64x64x4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the entire diffusion process in that latent space instead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Only the final step decodes the latent back to pixels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Roughly an order of magnitude in compute, small usually-imperceptible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architecture shift: U-Net to 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U-Net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DiT (Diffusion Transformer)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Core 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convolution + skip connections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self-attention over patch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Inductive bias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weak - learns structure from data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Scaling behaviour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plateaus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follows transformer scaling laws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Used by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SD 1.x/2.x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Sora, SD3, Flux, most 2024+ systems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Text-to-image,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Text encoder (CLIP, or a full LLM/T5 encoder in newer systems)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Cross-attention: image latent patches query the text token embeddings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Scheduler: picks the noise schedule and step-update rule, swappable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Negative prompts are CFG again - guided away from a named unwanted thing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Seed + deterministic sampler = reproducible image, the basis of seed hunting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img2img, inpainting, ControlNet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img2img: start from a real image partially noised, not from pure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Inpainting: reset unmasked pixels to their correct noise level each step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ControlNet: a trained side-network injects a structural signal per step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Structural signal examples: edge map, depth map, pose skeleton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Decouples what (text controls content) from where (control signal controls layout)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Video and audio: same idea, harder substrate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Independent per-frame diffusion fails: flicker, morphing, no agreement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Fix: temporal attention, or spacetime patches (Sora's approach)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5-second clip at 24fps is roughly 120x an image's worth of pixels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Audio: autoregressive codec tokens vs diffusion over a mel-spectrogram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Voice cloning needs only seconds of reference audio in modern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Multimodal models: understanding vs generating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LLaVA recipe: frozen CLIP vision encoder + small projection + an LLM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Projected image patches become extra tokens in the LLM's input sequence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LLM's attention does not care what produced a token's embedding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Seeing and generating are separate capabilities - do not conflate them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Frontier direction: native multimodal training on interleaved tokens from scratch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Evaluation: every metric here is unsatisfying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Measures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is not enough</a:t>
                      </a:r>
                    </a:p>
                  </a:txBody>
                  <a:tcPr anchor="ctr">
                    <a:solidFill>
                      <a:srgbClr val="14B8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distance between real/generated feature distributions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gameable, multiple incompatible implementations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CLIP score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image-prompt cosine similarity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rewards on-topic over correct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 preference / Elo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pairwise which-is-better votes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expensive, slow, rater-pool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Inception Score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class-confidence + diversity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mostly superseded by FID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diagnostic that still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Look at hands and text - both remain reliable tells for diffusion-generated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4B8A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Hands: high-degrees-of-freedom structure, hard to learn from 2D projections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4B8A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Rendered text: exact discrete symbols from a continuous process, no notion of spelling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4B8A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Hallucinated detail is the image analogue of an LLM hallucination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Failure modes, provenance, and the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 collapse (GANs): sample 100 seeds, look for near-duplicates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C2PA metadata and invisible watermarks (SynthID) are friction, not guarantees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Deepfakes and voice cloning push impersonation to near-zero marginal cost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Training data licensing and output copyright are two separate open questions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 Copyright Office: bare prompt-and-click output is not copyrightable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Your 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code/diffusion_from_scratch.py and code/guidance_and_sampling.py unmodified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Explain every printed number: forward std, denoiser MSE floor, DDIM steps, guidance sweep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Sketch the DDPM training loop and the CFG sampling equation on a whiteboard, unaided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4B8A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Then: Module 06 - AI Agents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