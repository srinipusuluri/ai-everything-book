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whole module in one slide: this is Module 01's evaluation chapter, plus three genuinely new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graders as a necessity, not a shortcut.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thesis of the judge_bias_and_calibration.py script coming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Contamination is the LLM-era analogue of leakage, but you don't own the pipeline this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benchmark is a proxy. Every proxy gets gamed once it becomes a target. Read the limitations section before quoting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habit as Module 01's 'read your worst 100 predictions', renamed 'failure taxonomy'.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it as a literal pyramid. Reach for the cheapest layer that actually answers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it, don't guess it -- exactly what the stats script demonstrates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script live here if possible. Point at the self-check asserts as proof of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underlying accuracies both rows. The only thing that changed is n. This is the numerically undeniable point of the whole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what iterating a prompt against one fixed small eval set until the number goes up amounts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highest-leverage design decision in the whole judge-building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shows up in the first real calibration run most teams do. Budget time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actual kappa numbers from the script output. This is the quantitative core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uncalibrated judge is a random number generator with good manners. Write the kappa number down somewhere permanent.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Cross-reference the LangSmith track for the concrete tool-level implementation of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eval is the most expensive tier and the one everything else calibrates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diagram to leave on screen. Everything in this module is a part; this is the 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is the theory. Reference these modules instead of re-deriving them; the LangSmith track is the tooling that implements everything just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15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AI Evaluation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Knowing whether it actually works, and keeping knowing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8B5CF6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LLM eval inherits Module 01, then breaks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Classical eval: fixed label set, check equality, done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LLM output is open-ended text -- equality checks stop working fast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grader is often itself a model, with its own failure modes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Benchmarks decay: fame leaks them into the next model's training data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Same discipline (Module 01), three new structural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Problem 1: the output space is unbounded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classifier emits one of k labels. exact_match works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 LLM emits any token sequence -- many are correct, differently phrased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So you reach for a GRADER: text mapped to a score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grader's reliability becomes half of your evaluation problem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is why 'LLM-as-judge' exists, and why it needs its own rigor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Problem 2: the eval is itself 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Judge an LLM with an LLM: you import its failure modes into your ruler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Position bias, verbosity bias, leniency drift, self-preference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biased ruler biased in the SAME direction as the system is worst-case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It doesn't look like noise. It looks like false confidence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Treat judge reliability as an engineering problem, not a footnote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Problem 3: benchmarks have an expiration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benchmark is only informative if the model hasn't seen the answers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Popular benchmarks leak into pretraining data via blogs, mirrors, aggregators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Contamination: score stops measuring capability, starts measuring memorization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You can't control this by controlling your pipeline -- it's the vendor's data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Response: build your OWN eval set from your OWN production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Benchmark literacy: know the fine 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Measures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Known weakness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MMLU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57-subject multiple choice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Answer-shortcut exploits, label errors, saturated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HumanEval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164 Python functions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Small enough to memorize; toy-function synthesis only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SWE-bench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Real GitHub issues, real repos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Narrow to ~12 popular Python repos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GPQA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PhD-level science Q&amp;A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Only ~450 questions; a few items move the score a lot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Chatbot Arena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Crowd pairwise preference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Preference is not correctness; voter population skew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Start from real failures, not a conference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Most common mistake: design the suite before you have any users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That suite tests what the team IMAGINES goes wrong -- almost never what does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Correct order: ship rough -&gt; harvest real failures -&gt; build the taxonomy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Turn each distinct FAILURE CAUSE into a rule or rubric criterion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Synthetic/adversarial cases supplement coverage; they don't replace this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eval pyramid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Deterministic: exact match, schema valid, code executes and passes tests -- nearly free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LLM-as-judge: subjective quality, no fixed reference -- expensive, needs calibration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Human: ground truth, calibration, high-stakes calls -- very expensive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Climb the pyramid only when the layer below can't answer the question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Routing 'is this valid JSON' through a judge wastes a month debugging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Golden dataset sizing is a power question, not a vibe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Good for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Can't do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10-20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Smoke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Detect anything short of catastrophic 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50-100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Directional signal, judge calibration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Distinguish a 2-point delta from noise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200-500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Reliable 5+ point regression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Resolve 1-2 point deltas confidently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1000-2000+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Resolve small deltas, support slicing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-- 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An eval score is a sample statistic, not a 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50 examples at 72% is a POINT ESTIMATE with real sampling noise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Wilson score interval beats the naive Wald interval at small n and extreme p_hat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McNemar's test: the correct PAIRED test for two prompts, one eval set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Paired bootstrap: same idea for continuous rubric/judge scores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All four formulas checked against hand-solved reference values in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72% vs 74%: same true gap, opposite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 at alpha=0.05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 statistically distinguishable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2000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Statistically SIGNIFICANT difference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p-hacking your own eval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Re-run 40 IDENTICAL-quality prompt variants against one fixed 50-example set and some will look like wins purely from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8B5CF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Same overfitting pathology as tuning against a small validation set (Module 01)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8B5CF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Fix: a locked test slice touched rarely, a wider eval set, correction for multiple comparisons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8B5CF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Distrust any p-value that came from a search over many candidates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rubric is the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BAD: 'Rate helpfulness 1 to 10' -- a number with no construct validity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GOOD: named, checkable, BINARY criteria (grounded / complete / concise / safe)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Neither models nor humans reliably distinguish a 6 from a 7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Ask for reasoning BEFORE the score -- improves judgments, gives you something to read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rubric change is a prompt change: version it, review it, re-calibrate after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bias catalog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Bias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Looks like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Prefers whichever answer shown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Randomize order, average both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Verbosity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Longer scores higher, same content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Explicit concise criterion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Leniency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Scores cluster at 0.8+, no resolution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Track pass-rate on known negatives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Self-preference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Judge rates its own model family higher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Judge with a different family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headline result: binary rubric beats 1-10 Likert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Same simulated answers, same judge biases, scored two ways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Binary rubric (AND of 4 criteria): Cohen's kappa ~0.5 -- MODERATE agreement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Holistic 1-10 score, exact-match kappa ~0.08-0.09 -- SLIGHT agreement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Quadratic-weighted kappa flatters Likert (~0.7) but answers a different question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CI gates should use the unweighted, decision-relevant number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Calibrating a judge against humans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1. Score 50-100 real examples with a human, using YOUR exact rubric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2. Run the judge on the same examples at temperature 0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3. Compute Cohen's kappa (self-checked formula, not a library black box)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4. Below ~0.6-0.7: fix the RUBRIC PROMPT first, not the model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5. Re-check quarterly and after every judge-model upgrade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Online evaluation: the production half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Offline needs references. Production has none -- reference-free judges on live traffic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Filter: which runs get judged. Sample: what fraction. Cap: an actual weekly spend limit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Guardrail metrics (PII, policy) alert immediately; quality metrics are a trend, not a pager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A/B testing an LLM change is still A/B testing -- same paired-comparison discipline applies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Human evaluation, spent deliberately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Structured rubric beats freeform 'any thoughts?' -- freeform doesn't aggregate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Measure INTER-ANNOTATOR agreement, not just the average score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Two humans disagreeing as much as the judge means the rubric is ambiguous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Spend scarce human attention on disagreement and uncertainty, not on re-checking easy wins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Eval-driven development: the capstone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Production failure -&gt; add to golden dataset, tagged by failure taxonomy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Fix -&gt; re-run full pyramid -&gt; paired test against a PINNED baseline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CI gate: absolute floor AND regression delta, both required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dataset only grows and is versioned -- a ratchet, not a report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8B5CF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Evals are a living asset with a named owner, or they decay too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Where this module hands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19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Owned by</a:t>
                      </a:r>
                    </a:p>
                  </a:txBody>
                  <a:tcPr anchor="ctr"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RAG-specific metrics (RAGAS)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../08-rag/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Agent trajectory evaluation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../06-ai-agents/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Red-team / adversarial suites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../13-ai-security/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Audit trails for eval results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../12-ai-governance/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The tooling implementation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../16-ai-tech-stack/tracks/langsmith/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B5CF6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