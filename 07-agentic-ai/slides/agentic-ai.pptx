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 early: this module argues for restraint, not for building the most agentic thing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has a diagram in notes/01 section 2. Draw the supervisor one live -- it's the one people default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number does the most work in the whole module. Say it early and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Cognition's 'Don't Build Multi-Agents' is the dissenting essay worth reading alongside Anthropic's write-up -- link in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demo script live if possible. This is the single most viscerally convincing argument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one people get wrong constantly.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notes/02 section 7 has the full flowchart. This is the slide people should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07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Agentic AI Systems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Topology, autonomy, and the cost of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spectrum of autonomy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single LLM call -&gt; a tool-using agent (Module 06) -&gt; multi-agent -&gt; fully autonomous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Each point is appropriate for a different task shape, not a maturity ladder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More autonomy is not the goal -- the RIGHT autonomy for the task is the goal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Warning: reflexively maximizing autonomy adds cost and failure surface for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Five multi-agent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 anchor="ctr"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Fits</a:t>
                      </a:r>
                    </a:p>
                  </a:txBody>
                  <a:tcPr anchor="ctr"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anchor="ctr">
                    <a:solidFill>
                      <a:srgbClr val="84CC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Supervisor/worker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clean sub-task decomposition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supervisor becomes a context bottleneck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Peer hand-off (swarm)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conversational triage/escalation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hand-off loops, no central trace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Hierarchical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org-chart-shaped task trees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cost/latency compound with depth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Debate / vote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high-stakes single decisions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thrashing, expensive for simple tasks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fixed stage order, known upfront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recovery if a stage assumption breaks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token-cost multiplication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Anthropic's own multi-agent research system used roughly 15x the tokens of a single chat.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Worth it there: the task was genuinely parallelizable, high-value research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Absurd for a support bot answering 'what are your hours'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Every extra agent is a round trip, a serialization boundary, a place to lose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honest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Most 'multi-agent' systems should be one agent with better tools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Use multiple agents only when at least one is true: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  - one agent's context genuinely does not fit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  - subtasks are independent and parallelizable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  - different agents need different permissions or data residency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Do NOT split because the org chart has three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Context isolation vs. hand-off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benefit you're paying for: each agent's context stays small and focused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cost you don't see coming: what gets DROPPED when state is summarized for hand-off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code/handoff_information_loss.py makes this concrete: a critical detail buried in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paragraph 3 of a support ticket vanishes in the hand-off summary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Neither agent knows it happened -- the receiving agent doesn't know what it wasn't told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Communication: MCP vs. A2A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Shared scratchpad, structured message passing, or shared state (a graph's channels)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MCP (Module 09) connects an agent to TOOLS and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A2A-style protocols connect AGENT to AGENT -- a different problem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Don't confuse a tool-calling interface with an inter-agent communication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Coordination failure modes unique to 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anchor="ctr"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 anchor="ctr">
                    <a:solidFill>
                      <a:srgbClr val="84CC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Deadlock / livelock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two hand-off agents pass the task back and forth forever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Information loss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hand-off summary drops the fact that mattered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Poisoned downstream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agent's hallucination becomes another's 'fact'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Redundant work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two agents solve the same sub-problem independently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Debate thrashing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agents disagree and never converge on a vote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Autonomy vs. controllability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 autonomy increases, predictability decreases -- a fundamental tension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tension is exactly what governance frameworks exist to manage (Module 12)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Human-IN-the-loop: a person approves before an action executes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Human-ON-the-loop: a person monitors and can intervene, but doesn't gate every step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Pick the posture based on reversibility and blast radius, not by default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Long-running autonomous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Continuous operation needs checkpointing and resumability (mechanics: Module 16 LangGraph)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Goal drift over long horizons is real -- re-anchor to the original objective periodically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budget/resource governor is a REQUIRED safety mechanism, not an optimization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agent with no spend ceiling is an agent with no ceiling, period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Evaluating agentic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System-level task success, not just per-agent step accuracy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Simulation environments and sandboxed evals let you test without real-world side effects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Multi-agent eval is a genuinely open research problem -- say so honestly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See Module 15 for the statistical rigor this needs and usually doesn't 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Single-agent, multi-agent, or a deterministic pipeline with one LLM step?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Fixed stage order known upfront -&gt; deterministic pipeline. Cheaper AND more robust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agent, richer tools, bigger context -&gt; single agent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Genuinely independent parallel subtasks or hard permission splits -&gt; multi-agent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4CC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Check the fixed-pipeline option FIRST -- it's the one everyone skips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code/topology_simulator.py -- compare cost/latency/success across all 5 topologies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code/handoff_information_loss.py -- explain why the bug is structural, not a prompt fix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Apply the decision framework to a real task you're considering building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State, from memory, when multi-agent is worth its cost and when it isn't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4CC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08 -- Retrieval-Augmented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