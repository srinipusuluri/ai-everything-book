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this module is the vocabulary for everything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'when not to use ML' list is the most useful slide for business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Self-supervised is the half - and the reason LLMs scaled. Next-token prediction is supervised learning with free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the equation on a whiteboard. Everything else is commentary.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row 4 - it links directly to Module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back on 'use deep learning for everything'. Tabular is boosting's home turf.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for their worst feature-engineering war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career-defining bug. Everyone ships it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99.9% negative dataset, 'always say no' scores 99.9%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AdamW + linear warmup + cosine decay is the canonical LLM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Smoke test: can the model overfit 10 examples to ~0 loss? If not, it's a bug, not a hyperparameter.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Double descent is the permission slip for trillion-parameter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 peeks at the test set and your number is fiction.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Great transition slide if you are teaching the whole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analysis becomes 'failure taxonomy' in Module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01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Machine Learning Foundations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The 20% of ML that explains 80% of modern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4F46E5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this module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Transformers, agents and RAG are ML wearing a bigger coat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Three ideas carry the whole track: a loss, a gradient, a validation split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If you skip this, later modules feel like magic instead of engineering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Target: explain bias/variance and leakage to a colleague, unaided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Classical programming vs.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Classical: rules + data -&gt; answers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ML: data + answers -&gt; rules (a model)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model is f_theta(x) -&gt; y_hat plus a procedure to choose theta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'Training' = minimise a loss over data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Don't use ML when the rule is known, labels are unobtainable, or errors are unacceptable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three-and-a-half paradigms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Paradigm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You have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You learn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Supervised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(x, y) pairs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mapping x -&gt; 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fraud, churn, pricing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Unsupervised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x only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clustering, anomalies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Reinforcement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env + reward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robotics, RLHF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Self-supervised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x, labels invented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representations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BERT, GPT pretraining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Empirical risk minimisation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J(theta) = (1/n) * sum L(f(x_i), y_i)  +  lambda * R(theta)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Left term: fit the data. Right term: don't get carried away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We minimise empirical risk but we care about TRUE risk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entire field of generalization lives in that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Losses you must recognise on 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punishes outliers, assumes Gaussian noise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MAE / Huber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robust alternatives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Binary cross-entropy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needs calibrated probabilities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Multi-class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Categorical cross-entropy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this is the LLM training loss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Pairwise hinge / InfoNCE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returns in RAG rerankers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Model families that still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Linear / logistic regression - interpretable, fast, and literally one neuron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k-NN - no training; this IS vector search (Module 08)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Decision trees -&gt; Random Forest (cuts variance) -&gt; Gradient boosting (cuts bias)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Gradient-boosted trees still beat deep nets on medium tabular data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Know also: SVM, Naive Bayes, PCA, k-Means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Features win projects; models rarely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Scale numerics for distance- and gradient-based models; trees don't care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Categoricals: one-hot -&gt; target encoding (inside CV folds!) -&gt; embeddings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Never build a feature from information that post-dates the prediction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Missingness is a signal - add an is_missing flag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Model choice is ~10% of the outcome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Data leakage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Any information in training that will not exist at prediction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4F46E5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Symptom: suspiciously high validation score, one dominant feature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4F46E5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Scaling/encoding before the split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4F46E5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Random splits on time series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4F46E5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IDs, timestamps, downstream artefacts, duplicate rows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Pick the metric that matches the cost of being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Question it answers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 when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of my alarms, how many were real?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false positives cost money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of the real cases, how many did I catch?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misses cost lives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ranking 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balanced classes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ranking quality for rare positives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imbalanced - the honest choice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Calibration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does 0.8 mean 80%?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human/system consumes the number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Optimization: gradient descent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theta &lt;- theta - eta * grad J(theta)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Learning rate eta is the single most important hyperparameter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Too small: crawls. Too large: diverges to NaN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Mini-batch (32-8192) won: GPU-friendly with useful noise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Adam -&gt; AdamW (decoupled weight decay) trains modern LLMs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Reading a loss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Cause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Loss -&gt; NaN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LR too high, exploding grads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lower LR, clip, check log(0)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Flat from step 0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LR too low or broken labels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raise LR, overfit 10 examples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Train down, val 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overfitting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regularise, more data, early stop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Both high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underfitting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bigger model, train longer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Spiky 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small batch / small val 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bigger batch, LR decay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Bias-variance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E[(y - f)^2] = Bias^2 + Variance + irreducible noise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High bias = underfit: wrong on train and test, consistently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High variance = overfit: great on train, swings with the sample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Irreducible noise = your label-quality ceiling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Double descent: past the interpolation threshold, test error can fall AGAIN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anti-variance 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Where it reappears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L2 / Ridge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penalise sum(theta^2)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weight decay in LLM 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L1 / Lasso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drives weights to zero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feature selection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Early stopping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halt on val plateau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universal, free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Dropout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randomly zero activations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Module 02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Augmentation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enlarge the 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synthetic data for LLMs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Ensembling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average errors away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LLM self-consistency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Validation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Stratified k-fold is the classification default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Group k-fold when rows share an entity (patient, customer, session)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Time-series split: train on the past, validate on the future. Never shuffle time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Nested CV is the only unbiased way to report a tuned model's score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test set is sacred - touch it once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test set is sacred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Benchmark contamination in LLMs is this exact bug, committed by an entire field at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4F46E5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Thousands of papers tuned against MMLU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4F46E5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MMLU stopped measuring what it claimed to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4F46E5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See Module 15 - AI Evaluation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workflow to internalise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Frame -&gt; Baseline -&gt; Split -&gt; Explore -&gt; Features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Model -&gt; Tune -&gt; Interpret -&gt; Test once -&gt; Ship &amp; watch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Seniority shows in Frame, Explore, and Ship &amp; watch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Everyone rushes to Model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Error analysis: read the 100 worst predictions, tag causes, fix the top 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Your 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notebook with: baseline, tuned model, leakage-free CV, calibration curve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One paragraph on when the model should NOT be trusted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code/linear_models_from_scratch.py and code/evaluation_playbook.py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4F46E5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Then: Module 02 - Deep Learning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