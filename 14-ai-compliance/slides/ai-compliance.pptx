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division of labor before anything else -- students conflate governance and compliance constantly.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out loud every time you teach this module. It is not throat-clearing, it is the actual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this before running the risk classifier demo -- it is easy to over-trust a tool that gives clean-looking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Neither approach is 'ahead' -- they optimize for different failure modes. Resist the urge to pick a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Classification is about USE, not sophistication -- a frontier LLM and a spam filter can both be minimal-risk.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there is no accuracy level or safeguard that makes a prohibited practice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Module 12 for human oversight design and Module 15 for the testing surface -- this table is the bridge slide for the whole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Neither track discharges the other -- a common misconception is that using a 'compliant' base model clears your application obligations.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one-sentence version: prohibitions and GPAI rules are live now; heavy high-risk obligations got pushed well past their original date. Confirm current status before any date-sensitive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class: 'which existing law is this AI system now subject to' -- that question ages better than any specific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best teaching example for 'do not treat any snapshot as permanent' -- three changes in 18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pattern: AI rarely gets a brand-new law, it gets absorbed into a regulator that already existed. Ask which regulator already owns this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RAG point surprises people every time -- the LLM in the loop changes nothing about the legal analysis of the retrieved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ISO 42001 as 'we have a real governance program' -- a strong claim, but a different claim than 'our resume-screener is EU-AI-Act-compliant'.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operating idea behind compliance_documentation_mapper.py -- run it live here if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 explicitly against treating the Anthropic settlement as 'training on copyrighted work is legal' -- it resolved a narrower piracy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shape is exactly what code/eu_ai_act_risk_classifier.py and the mapper tool are built to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Precision on your side buys precision on theirs -- this is the single most actionable slide for a working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running eu_ai_act_risk_classifier.py --demo live if you haven't already -- seeing four different tiers come out of one tool is the best proof this isn't hand-waving.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14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AI Compliance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External law, not internal policy -- and it moves under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A855F7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Governance vs.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Module 12 asked: have we decided how to build AI responsibly?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Module 14 asks: does that satisfy a specific external law?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Compliance is what a regulator, auditor, or plaintiff's lawyer checks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Same raw material either way: model cards, evals, audit logs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13-ai-security = technical controls; this module = the law that requires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warning that matters more than any fact in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This is the module most likely to be wrong by the time you read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A855F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2026 alone: a full EU AI Act timeline rewrite via Digital Omnibus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A855F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Colorado's AI law passed, delayed, then rewritten twice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A855F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federal executive order attempting to preempt state AI law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A855F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Every date here was verified on a specific day -- re-check before relying on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Not legal advice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Nothing here -- least of all the code -- substitutes for counsel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Goal: technical fluency that makes a lawyer conversation productive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 bring a precise system description and specific questions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Counsel gives jurisdiction-specific classification and risk sign-off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two scripts in this module are labeled 'educational scaffolding' for a reason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Two philosophies, one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EU: horizontal law, ex-ante risk tiers, conformity assessment before market entry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US: no single statute, sectoral regulators stretch existing law over AI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EU trades slower deployment for pre-market assurance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US trades patchier coverage for avoiding a federal bottleneck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Ship globally -&gt; you need fluency in both, not a favorite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EU AI Act -- the four risk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Obligation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Article 5 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None -- don't build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Social scoring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High-risk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Annex I/III domain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Full lifecycle controls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Resume screener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Limited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Article 50 trigger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Disclosure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AI chatbot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Minimal risk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Everything else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None required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Spam filter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Tier 1: unacceptable risk (Article 5)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Social scoring by public authorities across unrelated contexts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Subliminal/manipulative techniques that cause harm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Exploiting age/disability/socio-economic vulnerability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Untargeted facial-image scraping; emotion inference at work/school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 force since 2 Feb 2025 -- no compliance path, only 'don't build it'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Tier 2: high-risk obligations (the heavy lift)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Obligation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actually requires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Living process across the lifecycle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Data governance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Quality/representativeness of training data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Technical 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Annex IV -- enough for an authority to assess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Human oversight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human can understand, monitor, override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Accuracy/robustness/cyber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Tested, stated levels -- see Module 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Conformity assessment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Self- or third-party -&gt; CE mark + EU registration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separate track: general-purpose AI (GPAI)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Regulates the MODEL, not the application -- hits foundation-model labs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All providers: technical docs, downstream info, copyright policy, training-data summary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Systemic risk: presumed above 10^25 FLOPs of training compute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Systemic-risk models: red-teaming, incident reporting, cybersecurity, energy reporting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Fine-tuning a frontier model into a resume-screener: you inherit BOTH tracks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timeline -- verify before you plan around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applies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 Feb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Prohibited practices in force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Settled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 Aug 2025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GPAI obligations in force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Settled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 Aug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Article 50 transparency duties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 schedule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 Dec 2027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Annex III high-risk obligations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Deferred 16mo by Omnibus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 Aug 2028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Annex I high-risk obligations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Deferred 1yr by Omnibus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US: a fragmented, fast-moving patchwork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 federal AI-Act equivalent -- NIST AI RMF is voluntary, not law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EO 14365 (Dec 2025) directs DOJ to challenge state AI laws as preempted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That fight is LIVE, not settled -- state laws remain enforceable until a court says otherwise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FTC: no AI-specific rulemaking, enforces Section 5 against AI-washing and dark patterns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durable pattern: existing sectoral law absorbs AI, not new AI statutes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Colorado, as a case study in how fast this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If you built a compliance program against the 2024 text, most of it no longer maps to current law.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A855F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SB 24-205 (2024): comprehensive risk-based framework, Feb 2026 effective date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A855F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Delayed to June 2026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A855F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Days before that deadline: rewritten by SB 189 into a narrow disclosure law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A855F7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New effective date: 1 Jan 2027 -- duty-of-care and impact assessments dropped entirely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Sector rules layer on top of AI-specific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Sector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Existing law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AI-specific layer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Healthcare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HIPAA (data)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FDA SaMD + PCCP (Aug 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SR 11-7 -&gt; SR 26-2 (Apr 2026)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ECOA adverse-action explainability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Employment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Title VII disparate impact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NYC Local Law 144 bias audits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GDPR, applied specifically to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Lawful basis needed for training data, not just for using the model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Article 22: right not to be subject to SOLELY automated significant decisions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 'right to explanation' in the text -- but keep a human meaningfully in the loop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Data minimization sits in tension with pretraining at scale -- unresolved, not solved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RAG retrieving a personal-data chunk is a GDPR processing event, full stop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ISO 42001 vs. SOC 2 -- what each actually certifies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Certifies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Does NOT certify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ISO/IEC 42001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 run a disciplined AI risk 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Any specific model is safe or accurate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SOC 2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Existing trust-service criteria, applied to an AI feature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Anything AI-specific by default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One artifact, many audiences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Model card -&gt; most of an Annex IV entry + ISO 42001 impact record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Eval report -&gt; the accuracy/robustness evidence + SOC 2 performance evidence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Trace/audit log -&gt; record-keeping + human-oversight evidence, two frameworks at once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Risk register entry -&gt; risk-management evidence for the Act AND ISO 42001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new document with no engineering artifact behind it is a smell, not a requirement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IP and copyright: genuinely unsettled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Bartz v. Anthropic: fair use for LEGALLY acquired training books (June 2025)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Separate piracy claim settled for $1.5B, approved July 2026 -- largest ever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NYT v. OpenAI: still actively litigated, no verdict -- don't cite an outcome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Open-weights license != legal freedom to use -- read the actual text every time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One district court ruling is precedent, not settled national law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Building a compliance program: start with a gap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Not: read every regulation cover to cover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Instead: inventory what you actually have, map what applies to each item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Columns: use case, jurisdiction, sector, AI-act tier, data posture, owner, status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Re-run quarterly -- both your use cases AND the applicable rules move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'internal tool everyone forgot was AI' is a more common finding than you'd think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Working with legal counsel effectively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Bring: a precise system description, not a marketing one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Bring: your gap assessment as 'confirm or correct this', not a blank page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Bring: specific falsifiable questions, not 'is this compliant?'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Expect back: jurisdiction-specific classification and risk-tolerance decisions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Failure mode: 'counsel hasn't objected' treated as sign-off nobody actually asked for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19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Given a real AI use case, produce a one-page gap assessment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Which jurisdictions/sectors apply, which tier and obligations follow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Which existing artifacts already cover which requirement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What's actually missing, and what you'd ask a lawyer to confirm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A855F7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both scripts in code/ against your own use case before you call this done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855F7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