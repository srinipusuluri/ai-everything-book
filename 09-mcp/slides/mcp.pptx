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room: how many custom Slack/DB/Drive integrations has their org built for different AI tools already? Usually more than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spec's own framing, not a stretch analogy. Also compare to LSP for editors/languages.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early. MCP is not magic; it's a standard interface, same as REST didn't eliminate backend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single most important idea in the whole module. Everything else is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concrete example: 'read this file' as a tool wastes a model turn. 'send this email' as a resource is a silent-execution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open minimal_mcp_server.py and read search_catalog's docstring aloud as if you were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code/mcp_client_demo.py's failed search_catalog call live and point at is_error=True in the printed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1:1 client-server pairing on the board. This is why agents federating many servers need their own orchestration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Older HTTP+SSE (two endpoints) was replaced by Streamable HTTP in 2025-03-26. Flag it as deprecated if it shows up in old tutorials.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model_dump(mode='json') on any SDK object reproduces the wire payload exactly. Show this in mcp_client_demo.py's show() 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mcp_client_demo.py performs and prints. The negotiated version in the demo is 2025-11-25.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CURRENT spec as of writing, but adoption is nascent. SDKs remain dual-era and still speak the classic handshake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directly to Module 13's lethal trifecta: untrusted input + sensitive access + exfil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documented, named attack classes in the spec's own security_best_practices doc -- not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papers/PAPERS.md arXiv:2510.16558, 2506.13538, 2603.22489. Numbers will be stale -- the categories won't.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to land: MCP is how an agent gets a screwdriver; A2A is how it asks another agent to build the shelf.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vendor-risk lens Module 12 applies to any third-party dependency. MCP doesn't invent a new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09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Model Context Protocol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One protocol, not M times N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9E0B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problem: M times N integrations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 AI apps x N tools/data sources = up to M x N bespoke integrations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Each one hand-built, each with its own auth, schema, error conventions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new tool means every AI app re-implements the same adapter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the exact shape USB and LSP already solved elsewhere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USB-C analogy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MCP is like a USB-C port for AI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F59E0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interface for tool/data builders to target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59E0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One client implementation for AI apps to support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59E0B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Anthropic open-sourced it November 2024; now community-governed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MCP does NOT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standardizes the WIRE CONTRACT, not the integration work itself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Someone still writes the adapter mapping a tool to your backend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Someone still decides scope: what should a model be ALLOWED to do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MCP relocates integration work to be reusable -- it doesn't remove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Three primitives, three control loci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Primitive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 decides to invoke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Analogy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MODEL, mid-conversation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POST endpoint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HOST application / user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GET endpoint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USER, explicitly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Slash command / menu item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most common MCP design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Putting a pure data-fetch behind a Tool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model must DECIDE to fetch context that should just be there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Putting a side-effecting action behind a Resource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-&gt; nothing stops a host from silently loading it into every chat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Ask: who should decide when this runs? That answer picks the primitive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Tool descriptions are not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model reads name + description + JSON Schema to decide when/how to call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Vague verbs (process, handle) make the model guess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 exact semantics: 'case-insensitive substring match', not 'searches'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SDK builds the schema FROM your type hints -- no drift to keep in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Error handling: the bug everyone writes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raise ToolError(...) -&gt; result with is_error=True, model can retry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return "error message" -&gt; is_error=False, looks like SUCCESS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client UI and the model itself reads is_error to route logic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Resources are stricter: a miss is a protocol-level error, no in-between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Architecture and wire protocol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Host, Client, Server, and what's actually on the wire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Host, Client,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HOST: the AI application a human uses (Claude Desktop, an IDE, your agent)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CLIENT: one per server connection, maintained by the host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SERVER: implements tools/resources/prompts against a real backend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5 servers connected = 5 client objects, each blind to the others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Cross-server coordination is the HOST's job, not the protocol's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Transports: local vs remote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stdio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Client spawns server as subprocess; JSON-RPC on stdin/stdout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Local: filesystem, local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Streamable HTTP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POST + optional SSE stream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Remote, shared: SaaS server, OAuth-backed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Every message is JSON-RPC 2.0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Request: jsonrpc, id, method, params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Response: jsonrpc, id, and result OR error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Notification: no id, no reply expected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SDK pydantic models ARE this JSON, just deserialized -- not a simulation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classic handshake (2024-11-05 through 2025-11-25)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1. Client sends initialize: protocolVersion, capabilities, clientInfo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2. Server replies with its own version, capabilities, serverInfo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3. Client sends notifications/initialized -- one-way, no reply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Session now in Operation phase; tools/list, tools/call, etc. flow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what virtually every deployed server speaks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2026-07-28: the stateless redesign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Handshake removed entirely -- no initialize/initialized at all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request carries protocolVersion + capabilities in _meta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Discovery becomes one optional call: server/discover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List results now cacheable via ttlMs / cacheScope fields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Sampling and logging (client primitives) marked deprecated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Trust, security, and where MCP fits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An MCP server is code you didn't write, running with privileges you granted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trust model,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An MCP server is a DEPENDENCY, not just a data source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Local stdio server = runs with YOUR os-user privileges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 output is untrusted input the model can't distinguish from the user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Vet a server like a new prod dependency: what can it READ, WRITE, TRIGGER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Named attacks from the spec's security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 issue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Confused deputy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Static client ID + consent cookie skips user consent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Token passthrough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Server forwards a token not issued for it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SSRF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Malicious server points OAuth discovery at internal 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State handle hijacking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Stateless server doesn't bind handle to caller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Local server compromise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One-click install runs arbitrary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Independent research backs the trust 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67,057 servers audited across 6 registries -- widespread hijack conditions found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1,899 open-source servers: 8 vuln classes, only 3 overlap traditional CWEs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Tool poisoning: malicious instructions in a tool's OWN description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attack surface is what a tool claims, not just what it returns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MCP vs. the alternatives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Standardizes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Weak point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Custom tool-calling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Nothing beyond your codebase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Zero portability across 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OpenAPI / REST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HTTP API shape for humans/codegen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Not model-facing by design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Host &lt;-&gt; tool/data/prompt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Says nothing about agent-to-agent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Agent &lt;-&gt; independent agent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Overkill inside one system you own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Governance: a server is a new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Map what it reads and what it writes/triggers BEFORE approval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Prefer registry-listed, verified-namespace servers over random repo URLs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Scope credentials to least privilege -- no admin key for convenience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Log tool calls like any privileged API call for audit reconstruction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mcp_client_demo.py end to end; read every printed JSON message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Explain why the failed search_catalog call is is_error=True, not a protocol error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Name the primitive you'd use for a new hypothetical tool, with a control-locus reason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State one concrete trust decision before connecting a third-party server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59E0B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10 -- AI Architecture, where MCP becomes the tool layer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59E0B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