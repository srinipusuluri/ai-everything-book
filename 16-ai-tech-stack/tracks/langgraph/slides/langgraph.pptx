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progression is universal. Ask the room if anyone has written that homemade workflow engine -- most hands go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Pregel is Google's graph model. Knowing this explains three otherwise-mysterious LangGraph behaviors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code/graph_basics.py demonstrates a custom reducer and a max-iteration guard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pass the path_map to add_conditional_edges -- without it Studio cannot draw your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path: start with a plain loop. Move to StateGraph the first time someone asks 'can a human check this first' or 'what happened on run 4471'.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thread is a lineage; a checkpoint is one immutable snapshot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feature that turns a demo into something a regulated business can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code/checkpoint_and_interrupt.py section 4 makes the notification fire twice on purpose -- watch it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Cross-link ../../../12-ai-governance/ and ../../../13-ai-security/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primitives are unremarkable on purpose: subgraphs plus Command(goto=, graph=PARENT).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multiple agents only when context genuinely does not fit, subtasks are independent and parallel, or you need per-role permissions/approval.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16.4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LangGraph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Agents are graphs with state, not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F6F4E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chain is a DAG of prompts: fixed at authoring time, no going back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Five things a DAG cannot express: loops, runtime branching, informed retries,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pausing for approval, resuming after a crash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Everyone discovers this the same way: chain -&gt; while loop -&gt; step counter -&gt;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try/except -&gt; a dict of 'stuff so far' -&gt; a bad workflow engine, homemade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bet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Model your agent as a state machine whose transitions are explicit and whose state is persisted after every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Underneath: Pregel -- bulk-synchronous parallel graph execution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Execution proceeds in SUPERSTEPS: all scheduled nodes run, writes merge, repeat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That is why parallel branches join automatically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And why recursion_limit counts supersteps, not node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State: the part that is actually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Nodes are the easy part -- (state) -&gt; dict. That's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Reducers decide how a node's write MERGES into existing state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add_messages is the canonical reducer: appends instead of overwriting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State should hold a plan, a budget, a scratchpad, a cursor -- not just messages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If your graph misbehaves, the bug is in your reducers, not your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Topology: the four ways to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it when</a:t>
                      </a:r>
                    </a:p>
                  </a:txBody>
                  <a:tcPr anchor="ctr">
                    <a:solidFill>
                      <a:srgbClr val="2F6F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add_edge(a, 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control flow is fixed; two edges out = parallel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add_conditional_edges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routing decision is data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Command(update=, goto=)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node itself knows where to go 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Send('worker', payload)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fan-out width is only known at runtime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Cycles: three ways they end, want the first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1. A semantic exit -- no tool calls returned, or judge score &gt;= threshold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2. A budget in state -- if attempts &gt;= MAX: return END. Inspectable, explainable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3. recursion_limit (default 25 supersteps) raises GraphRecursionError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third one is a CIRCUIT BREAKER, not a design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If it fires in production you already paid for 25 model calls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comparison you actually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anchor="ctr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Choose it when</a:t>
                      </a:r>
                    </a:p>
                  </a:txBody>
                  <a:tcPr anchor="ctr">
                    <a:solidFill>
                      <a:srgbClr val="2F6F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Plain while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single-turn tools, &lt;5 steps, no approval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create_agent (prebuilt)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ReAct tool-calling loop IS the product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LangGraph StateGraph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loops + approval + resume + multi-step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Temporal / Airflow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LLM is one step in a long business workflow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CrewAI / AutoGen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prototypes where the built-in pattern fits exactly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When NOT to use LangGraph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If your state schema is {input: str, output: str}, you have written a function with extra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one-shot classification does not need a graph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genuinely linear RAG pipeline does not need a graph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Use it when you can actually name what is in the state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Persistence, approval, durability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The four things that decide whether anyone lets you run this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Persistence: one argument, a different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compile(checkpointer=saver); invoke(..., thread_id='ticket-4471')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Memory between turns -- the second invoke resumes from stored state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Resume after a crash or deploy -- the thread lives in Postgres, not a process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Interrupts need this -- no checkpointer means nowhere to pause TO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Time travel: get_state_history() replays every superstep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Human-in-the-loop: what makes agents deployable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interrupt() stops the graph; invoke() RETURNS -- no blocked worker, no held socket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Resume days later from a different process for zero ongoing cost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Four patterns: approve/reject, edit the action, review a tool call, ask a question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All four are the same primitive: interrupt() plus Command(resume=...)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re-execution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Resuming re-runs the node from the top. LangGraph does not freeze a stack frame.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send_email() before interrupt() fires AGAIN on every resume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Fix: put the side effect in its own node, or make it idempotent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same rule governs crash recovery -- a node that died is re-run WHOLE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Design every node so running it twice is boring. The most important line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governance cares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approval gate turns 'the model did something' into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'a named person authorised this at 14:32, and here is the exact state they saw'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is the difference between a demo and a regulated production system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is also a defence against prompt-injected tool calls reaching a side effect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Multi-agent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anchor="ctr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Good at</a:t>
                      </a:r>
                    </a:p>
                  </a:txBody>
                  <a:tcPr anchor="ctr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Fails at</a:t>
                      </a:r>
                    </a:p>
                  </a:txBody>
                  <a:tcPr anchor="ctr">
                    <a:solidFill>
                      <a:srgbClr val="2F6F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traceability, per-worker limits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supervisor context bloat, +2 calls/hop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Hand-off / swarm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fewer hops, natural escalation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emergent control flow, real loops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Hierarchical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genuinely large task trees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latency and cost multiply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Router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cheap, predictable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 recovery from misclassification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honest advice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Most multi-agent systems should be one agent with better tools.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Each extra agent costs a round trip, a serialization boundary, a lossy hand-off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Anthropic's own research system spent ~15x the tokens of a single chat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Worth it there. Absurd for a support bot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Do not split because the org chart has three teams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Durable execution and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Retries at the node level need idempotency keys -- see the re-execution trap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Streaming modes: values, updates, messages, custom -- pick what the UI needs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Stream token-by-token for chat; stream 'updates' for a progress indicator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Observability: LangSmith traces every node, every superstep -- see ../langsmith/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Build a StateGraph with a typed reducer and a max-iteration guard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Implement a ReAct agent as an explicit graph with tool-error handling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Add a checkpointer, an interrupt/approval gate, and resume from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State, out loud, why most multi-agent systems should be one agent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F6F4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../langsmith/ -- see what the graph actually did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F6F4E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