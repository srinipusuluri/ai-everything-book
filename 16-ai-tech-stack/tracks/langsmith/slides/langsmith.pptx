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existing APM tools cannot see any of this. That gap is the whole reason this tooling category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code/minimal_tracer.py reimplements all six offline, in ~150 lines. Read it before touching a real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 sampling and PII redaction BEFORE production, not after the first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Cross-link ../../../13-ai-security/ and ../../../12-ai-governance/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mistakes: starting at 'evaluate' before you have traces, stopping at 'ship', and skipping the human calibration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eval_harness.py reproduces verbosity bias deterministically: a naive judge scores a padded answer +0.61 when the real effect is +0.11 coverage and -0.41 concision. Run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Defensible default: instrument with OTel semantics, ship to LangSmith or Langfuse. You get the product now and an exit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16.5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LangSmith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Tracing, evals and observability for LLM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766E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LLM apps break differently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 stack trace for 'the answer got worse'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Nondeterminism means the same input can pass today, fail tomorrow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Cost and quality drift silently -- nothing crashes, it just gets worse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Traces are the primary debugging artifact -- there is no other kind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data model: six nouns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 -- one unit of work: an LLM call, a retrieval, a tool, a parse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TRACE -- the tree of runs for one top-level operation, one trace_id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run_type -- llm / chain / tool / retriever / prompt: NOT cosmetic, drives the UI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PROJECT -- one container per app per environment, not per team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THREAD -- groups sibling traces into one conversation (the most-skipped field)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field everyone regrets skipping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Multi-turn bugs ('it forgot the order number from turn 2') are invisible one trace at a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0F766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thread_id in metadata groups sibling traces into a session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F766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Also put your git SHA / release version in metadata on day one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F766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Without it, 'when did this start' is unanswerable -- and it's always the first question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Instrumenting code, in order of effort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Wrap the provider client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5 seconds, highest value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@traceable on your functions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one decorator per function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Automatic via LangChain/LangGraph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already wired if you use them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Manual run trees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for the awkward cases only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PII: redact at the boundary or not at 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Redaction at the SDK boundary is the only kind that counts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Scrubbing server-side means the PII already left your systems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code/minimal_tracer.py shows this: process_inputs runs BEFORE anything is recorded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Decide sampling rate and redaction rules before your first production trace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The operating loop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Everything else is an implementation detail of this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Trace to ship: the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PRODUCTION (traced) -&gt; filter by thumbs-down/errors/low judge score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-&gt; FIND THE FAILURE, read the run tree, name the cause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-&gt; ANNOTATION QUEUE (human labels it) -&gt; ADD TO DATASET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-&gt; FIX -&gt; EVALUATE against baseline -&gt; gate: pass? -&gt; SHIP -&gt; keep tracing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Your eval set is a museum of your outages, not a document written in a meeting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mistake everyone makes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They write an eval set in a meeting, before they have a single trace.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0F766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That set reflects what the team imagined users would ask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F766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It is never what users actually ask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F766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Start at production (or your own dogfooding) and harvest from there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evaluate(): the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Dataset of examples + a function under test + one or more evaluators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Evaluator taxonomy: deterministic (exact match, schema, regex) first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Then rubric-based LLM-as-judge for the subjective remainder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 it in CI on every prompt or model change -- a prompt is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LLM-as-judge: the rubric IS the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'Rate this 1-10' produces a number with no construct validity.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0F766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Binary criteria beat 1-10 scales -- models can't reliably tell a 6 from a 7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F766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Ask for reasoning BEFORE the score -- improves judgments, lets you read why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F766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grounded / complete / concise / safe -- named, checkable, each 0 or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Three biases that will burn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Bias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Looks like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Position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prefers A over B by ORDER alone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randomize_order, score both ways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Verbosity bias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longer reads as more helpful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explicit concision criterion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Self-preference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model rates its own family higher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judge with a DIFFERENT family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Calibrate the judge, or it is measuring nothing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Score the same 20 examples with a human AND the judge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Compute agreement -- if it's low, fix the rubric before trusting a single score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Leniency drift: judges cluster at the top of any scale, destroying resolution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Pairwise comparison beats absolute scoring when scores are all clustered high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Human feedback: the ground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Thumbs up/down plumbing feeds annotation queues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Annotation queues turn raw traces into labeled, rubric-scored examples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automated judge in the world is calibrated against human labels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...or it is calibrated against nothing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Alternatives -- choose X when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Choose it when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LangSmith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one tool for the whole loop, you are shipping not evaluating vendors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Langfuse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self-hosting is a hard requirement, or the seat bill is the blocker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Arize Phoenix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OTel-first, or doing embedding/drift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Braintrust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evals are the main event, CI-gated release workflow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OTel + GenAI conventions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you already run serious observability, refuse a 2nd vendor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honest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For one non-agentic LLM call, plain logging is fine.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0F766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The moment you have a chain, a tool, or a retriever -- three spans and a loop --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F766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the tree view pays for itself in one debugging session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F766E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That is the threshold. Not team size, not company size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Instrument a function with @traceable and read the resulting run tree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Write a rubric-based judge and demonstrate verbosity bias on 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Build a dataset from simulated 'production failures' and gate on it in CI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State the operating loop from memory: trace -&gt; find -&gt; annotate -&gt; fix -&gt; eval -&gt; ship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F766E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Next: ../aws-bedrock/ -- running these systems on managed infrastructure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F766E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