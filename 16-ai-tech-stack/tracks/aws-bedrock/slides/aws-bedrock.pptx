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blunt up front. People arrive expecting Bedrock to be magic; it is plumbing, and the plumbing is the point. Ask the room who has waited six weeks for a third-party data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decision rule to say out loud: if the weights are your problem you want SageMaker; if they are someone else's problem you want Bedrock. They are neighbours, not competitors.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logging asymmetry is the one that bites compliance teams. If your audit trail matters, build on an endpoint that can be audited.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two snippets side by side if you can. The Anthropic body wants anthropic_version; Meta wants a flat prompt. That divergence is what Converse buys you out 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max_tokens case is the silent bug: code that ignores stopReason truncates answers and nobody notices for a month. Make them write the four values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production failures here. Abandoning the iterator loses your token accounting. And an IAM policy with only InvokeModel passes every test then 403s on the streaming path in prod.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user-role rule is the most common ValidationException in the loop. The cost note matters: a five-hop agent is closer to fifteen chat messages because context grows every 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Highest-leverage string in the whole definition. Overlapping descriptions across two tools is how you get a model that picks the wrong one 30% of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Calling the bare model ID when a profile is required gives a ValidationException that says so, but only if you read it. Also: Anthropic models need a one-time use-case form per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exercise 3 in the lab. It works in staging and fails one request in three in production, which is the worst possible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Hierarchical resolves the Module 08 tension: small embeddings retrieve precisely, large contexts answer well. Warn them it returns fewer results than numberOfResults, because siblings collapse into parents.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Generation is where the product lives. R&amp;G gives you almost no control over the prompt, reranking, or retrieval-failure handling. Start with S3 Vectors for large corpora and low query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quote verbatim from the docs page. This single note invalidates a large fraction of the Bedrock content published before 2026. The strategic read is correct: the loop is where you differentiate.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Bullet four is the prompt-injection path in every agentic Bedrock app. If untrusted text arrives via a tool, you must call ApplyGuardrail on it yourself. Cross-reference Module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PT is billed hourly whether used or not, commits for up to six months, and does not work with inference profiles. Buying it to fix uncharacterised throttling is a classic expensive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Dashboards built on inputTokens alone show a 60% usage drop the day caching ships, and somebody plans capacity around it. Make them check the response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Retrying a 400 or a 403 burns quota and never succeeds. That is how a bug becomes an outage. Use botocore mode='standard', not the default 'legacy'.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350-second idle timeout on NAT gateways and VPC endpoints needs BOTH tcp_keepalive=True and a lowered kernel tcp_keepalive_time. Either alone does nothing. Close by asking the room the last bullet.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16.6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AI on AWS with Amazon Bedrock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Not a better model -- a better procurement and security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9900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What Bedrock actually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An AWS-authenticated front door to models you did not train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SigV4 credentials, IAM authorization, CloudTrail audit, no API keys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Model providers cannot see your traffic -- separate deployment accounts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value is procurement and security, not model quality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Two-person startup? Call the provider directly. Enterprise? This.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Choose X when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You want</a:t>
                      </a:r>
                    </a:p>
                  </a:txBody>
                  <a:tcPr anchor="ctr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Choose</a:t>
                      </a:r>
                    </a:p>
                  </a:txBody>
                  <a:tcPr anchor="ctr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Because</a:t>
                      </a:r>
                    </a:p>
                  </a:txBody>
                  <a:tcPr anchor="ctr">
                    <a:solidFill>
                      <a:srgbClr val="FF99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Frontier models, no infra, IAM-native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Bedrock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one API, one bill, VPC endpoints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Newest features on release day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Provider API direct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partners lag first-party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Train, fine-tune, serve your own weights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SageMaker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Bedrock serves, SageMaker builds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Managed RAG without a vector pipeline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Knowledge Bases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ingest to retrieval as one resource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Full control of chunking and retrieval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Build your own (Mod 08)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managed knobs stop where research starts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Two endpoints, and you will meet both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bedrock-runtime -- InvokeModel, Converse, plus OpenAI/Anthropic-compatible APIs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bedrock-mantle -- Anthropic Messages, OpenAI Responses and Chat Completions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Quotas are tracked SEPARATELY per endpoint, same model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Batch inference and Provisioned Throughput exist on bedrock-runtime only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Model invocation logging captures bedrock-runtime only -- audit accordingly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Converse is the API. Stop writing InvokeModel bodies.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InvokeModel takes a raw per-provider body -- an adapter per vendor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Converse normalises request AND response across every message model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system is a LIST of blocks, not a string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content is a LIST of ContentBlocks, not a string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Swap models by changing one string, not by rewriting a client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response envelope -- memorise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output.message.content -- list of ContentBlocks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stopReason -- end_turn, max_tokens, tool_use, guardrail_intervened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usage -- inputTokens, outputTokens, totalTokens (+ cache fields)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metrics.latencyMs -- server side, excludes your network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BRANCH ON stopReason. Never on the response 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ConverseStream is a different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messageStart -&gt; [contentBlockStart? delta+ stop] -&gt; messageStop -&gt; metadata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contentBlockStart appears for TOOL USE only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Tool arguments arrive as PARTIAL JSON strings -- accumulate, then parse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usage arrives only in the final metadata event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Needs bedrock:InvokeModelWithResponseStream, a different IAM 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Tool use: the loop you 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Bedrock never calls your tool -- it returns stopReason tool_use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You execute, then send a toolResult back in a USER message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Echo the toolUseId. Append the ENTIRE assistant message.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One toolResult per toolUse, all in a single user message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On failure return status:'error', not an exception -- let it recover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 one-tool answer costs TWO model calls. Bound the 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tool description IS the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model decides from description, not from your function name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Write it as an instruction: 'Use this whenever the user asks...'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inputSchema is JSON Schema under an inputSchema.json wrapper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toolChoice: auto (default) | any | tool -- support varies by model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Tool arguments are untrusted input produced by a model. Validate.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Inference profiles and the ID that fails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anthropic.claude-... = foundation model; us./eu./apac./global. = profile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Many newer models are ONLY reachable through a profile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Geographic keeps data in a geography; global is ~10% cheaper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 routing surcharge; priced by the Region you called from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Never hardcode an ID -- run list-foundation-models first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cross-Region IAM 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Authorization evaluates the profile AND the model in EVERY Region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Source Region plus every candidate destination Region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Grant only the profile and you get intermittent 403s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Use bedrock:InferenceProfileArn so model access is profile-scoped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F9900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Region-allowlist SCPs break CRIS without a carve-out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Knowledge Bases: chunking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anchor="ctr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Knobs</a:t>
                      </a:r>
                    </a:p>
                  </a:txBody>
                  <a:tcPr anchor="ctr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 when</a:t>
                      </a:r>
                    </a:p>
                  </a:txBody>
                  <a:tcPr anchor="ctr">
                    <a:solidFill>
                      <a:srgbClr val="FF99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~300 tokens, sentence-aware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you have measured nothing yet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Fixed-size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max tokens, overlap %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you measured and know your docs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Hierarchical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parent, child, overlap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long technical docs -- best second 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Semantic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max tokens, buffer, percentile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topic-shifting prose; costs extra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you pre-split the documents yourself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Retrieve vs RetrieveAndGenerate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Retrieve: chunks, scores, metadata -- you own the prompt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RetrieveAndGenerate: retrieval plus generation plus citations, one call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Use Retrieve for anything real; R&amp;G is a demo accelerator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Vector stores: OpenSearch Serverless, S3 Vectors, Aurora pgvector, Neptune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OpenSearch gotcha: the index must use faiss, not nmslib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Build your own when chunking is your measured bottleneck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Bedrock Agents is in maintenance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Amazon Bedrock Agents (now Agents Classic) is no longer open to new customers.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AgentCore is the replacement: Runtime, Gateway, Memory, Identity, Policy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Framework-agnostic -- LangGraph, CrewAI, Strands, or your own loop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Gateway speaks MCP; Managed Knowledge Bases plug in as tools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AWS stopped selling the loop and started selling the infrastructure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Most Bedrock agent tutorials on the internet are now wrong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Guardrails -- and the gap in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Six policies: content, denied topics, words, PII, grounding, automated reasoning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Attach per request, or call ApplyGuardrail with no model at all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Fires -&gt; stopReason guardrail_intervened, usage all zeros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Guardrails do NOT evaluate toolResult content or tool arguments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One guardContent block means ONLY guardContent gets evaluated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Blocked content is written to invocation logs in plain text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Cost: the levers in the order that pays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1. Right-size the model -- beats every other optimisation combined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2. Cache the stable prefix with cachePoint -- free, compounds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3. Bound maxTokens -- output tokens are the expensive ones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4. Move what can wait to batch -- but batch has no tool calling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5. Trim retrieved context before adding hardware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6. Provisioned Throughput LAST, with a month of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token accounting 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With caching on, inputTokens counts ONLY non-cached tokens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true input = inputTokens + cacheReadInputTokens + cacheWriteInputTokens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Cache checkpoints evaluate tools -&gt; system -&gt; messages, cumulatively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Changing a tool definition invalidates system and message caches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Below the per-model minimum it succeeds and silently does not cache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Verify with cacheReadInputTokens, not with hope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Errors: retry which, never which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17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anchor="ctr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HTTP</a:t>
                      </a:r>
                    </a:p>
                  </a:txBody>
                  <a:tcPr anchor="ctr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Means</a:t>
                      </a:r>
                    </a:p>
                  </a:txBody>
                  <a:tcPr anchor="ctr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Retry?</a:t>
                      </a:r>
                    </a:p>
                  </a:txBody>
                  <a:tcPr anchor="ctr">
                    <a:solidFill>
                      <a:srgbClr val="FF99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ThrottlingException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429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account quota exceeded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yes, backoff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ServiceUnavailable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503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service capacity, not you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overloaded_error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529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model overloaded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yes, honour Retry-After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ValidationException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your request is wrong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AccessDeniedException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403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IAM or model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ResourceNotFound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bad ID or wrong Region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Operations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botocore Config: standard retries, 6 attempts, read_timeout, tcp_keepalive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VPC endpoints for bedrock-runtime AND bedrock-agent-runtime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Model invocation logging ON -- it is off by default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requestMetadata on every call; tagged application inference profiles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Alarms on InvocationThrottles, p99 latency, token rate, hop count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F9900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Write down what happens when us-east-1 is throttled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9900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