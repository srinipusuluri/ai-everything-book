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lesson as prompt caching in Module 04 -- budget attention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Cycle modes with Shift+Tab. Start conservative; loosen deliberately, not by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Write(path) gotcha is a real, documented trap. Flag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Module 13 material landing inside a tool you use every day. Make the connection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attack taxonomy and defenses live in ../../../13-ai-security/.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protocol detail lives in ../../../09-mcp/.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Also: bypassPermissions as a lifestyle turns off the harness layer entirely, including writes to .git. And a subagent is not free -- it has its own input and output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compose: a LangGraph node can call an Agent SDK agent for the 'go fix the repo' step while the graph owns the surrounding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distinction resolves most SDK-vs-LangGraph debates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16.7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Claude Code and the Agent SDK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Using the harness well, then building on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7757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mental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harness around a loop: read, think, call a tool, observe, repeat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tools ARE the agency -- file edits, Bash, search, web fetch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Interactive mode for you working alongside it; print mode for automation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Two halves to this track: using Claude Code well, then building on the SDK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Context is the budget you are actually spending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file read, every tool result, every turn consumes the same window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CLAUDE.md is project memory -- loaded every session, so it is not free either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rule that matters: keep CLAUDE.md under 200 lines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Important rules get lost in noise long before you hit a hard limit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Permission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anchor="ctr"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 anchor="ctr">
                    <a:solidFill>
                      <a:srgbClr val="D977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default (Manual)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prompts on first use of each tool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acceptEdits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auto-accepts file edits and common fs commands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read-only; does not edit your source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auto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classifier model approves or blocks in the background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bypassPermissions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skips prompts except what no mode auto-approves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Permission rules: deny beats allow, always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Evaluation is deny -&gt; ask -&gt; allow, first match wins. Specificity does not change the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D9775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 broad Bash(aws *) deny beats a narrow Bash(aws s3 ls) allow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D9775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Write(path) rules are silently NEVER consulted -- use Edit(...) instead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D9775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Path anchors: //abs, ~/home, /anchored-at-settings-source, ./relative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lethal trifecta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Reads untrusted content + holds sensitive data/credentials + can act externally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.env in the repo, a WebFetch tool, and Bash access -- all three at once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README, a GitHub issue, a scraped page can contain text addressed to the MODEL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model cannot reliably tell data-it-reads from instructions-it-was-given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What you actually do about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Deny the secrets: Read(./.env), Read(~/.ssh/**) in permissions.deny -- a wall, not a request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Deny the exfiltration path: outbound network commands, restrict WebFetch(domain:...)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Command-text rules are a speed bump: Bash(curl *) misses sh -c 'curl ...'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For a real boundary: sandboxing, a container, or a PreToolUse hook that parses the command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Trust verification is OFF by default in non-interactive (-p) runs -- know this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Skills, subagents, hooks: pick the right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Skill: a reusable PROCEDURE you invoke by name or trigger -- packaged instructions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Subagent: a separate context window for a bounded task -- isolation, not just delegation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Hook: code that runs on an EVENT (PreToolUse, PostToolUse) -- deterministic, not model-decided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Guardrails go in hooks and permission rules. Guidance goes in CLAUDE.md. Procedures go in skills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MCP, plugins, and integrations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MCP servers connect tools and data -- treat them as CODE YOU ARE INSTALLING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Project-scoped .mcp.json servers load without a prompt in -p, SDK, and cloud sessions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Plugins and marketplaces package skills/agents/hooks/MCP servers together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IDE integrations and the GitHub Action extend the same harness, not a different 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Habits of people who get good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Anti-pattern</a:t>
                      </a:r>
                    </a:p>
                  </a:txBody>
                  <a:tcPr anchor="ctr"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anchor="ctr">
                    <a:solidFill>
                      <a:srgbClr val="D977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The kitchen-sink session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/clear between unrelated tasks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Correcting over and over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after 2 corrections, /clear and rewrite the prompt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The over-specified CLAUDE.md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prune ruthlessly; convert rules to hooks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The trust-then-verify gap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never ship what you can't verify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The infinite exploration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scope it, or delegate to a subagent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Delegate, don't dictate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'The checkout flow breaks for expired cards, investigate and fix' beats a file-by-file script.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D9775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Give it a check it can run; ask for the evidence, not the claim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D9775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Point at existing patterns instead of writing the spec from scratch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D9775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Let it interview you when the spec is fuzzy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D9775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You are hiring a colleague, not writing a macro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The Agent SDK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Claude Code as a library you build 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What the SDK gives you over raw API calls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agent loop, included -- you do not rebuild read/think/act/observe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~30 built-in tools plus your own via an in-process MCP server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Permissions: modes, allow/ask/deny, hooks, a can_use_tool callback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Automatic context compaction and subagent isolation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Python and TypeScript packages; the minimum viable agent is a few lines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Custom tools and programmatic permissions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Define a tool as an in-process MCP server -- no separate process needed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can_use_tool lets your code approve or deny each call at runtime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Streaming, sessions, and structured output all first-class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code/agent_sdk_quickstart.py is a real reference, guarded to exit 0 with no key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SDK vs Messages API vs LangGraph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Messages API</a:t>
                      </a:r>
                    </a:p>
                  </a:txBody>
                  <a:tcPr anchor="ctr"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Agent SDK</a:t>
                      </a:r>
                    </a:p>
                  </a:txBody>
                  <a:tcPr anchor="ctr"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LangGraph</a:t>
                      </a:r>
                    </a:p>
                  </a:txBody>
                  <a:tcPr anchor="ctr">
                    <a:solidFill>
                      <a:srgbClr val="D977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Control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whatever you write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model-driven, turn by 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explicit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Determinism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low -- Claude decides next step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high -- graph decides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Filesystem/shell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none unless you build 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first-class, permission-gated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none unless you build 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Best at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narrow, high-volume calls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software/ops on a real filesystem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auditable business workflows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failure mode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Using an agentic loop where a state machine was the requirement.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D9775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If a compliance reviewer asks 'which steps ran, who approved step 4' --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D9775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 model choosing its next action turn by turn is the wrong architecture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D9775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The inverse failure is just as common: a 40-node graph to 'fix the type errors'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Choose deliberately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Messages API: one bounded call -- classify, extract, summarize, rewrite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Agent SDK: read a repo, edit files, run a build, triage logs, review a PR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LangGraph: fixed stages, conditional routing, approval gates, audit trails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Don't spawn an agent harness to call one function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Write an exemplary CLAUDE.md under 200 lines, annotated with why each line earns its place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Configure a hook that blocks edits to a protected path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Explain the lethal trifecta and name three concrete mitigations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Pick correctly between Messages API, Agent SDK, and LangGraph for three scenarios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775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closes the tech-stack module -- return to the top-level README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7757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