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 early. This is not a TypeScript tutorial; it is the engineering of the layer between a model endpoint and a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bullet is the honest counter-argument. The Python ecosystem gap for training and evals is not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 4 is the one people underrate. Three artifacts from one declaration is the whole pitch for Zod.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hand-rolled { role: string; content: unknown } is strictly worse than Anthropic.MessageParam. It loses the literal union and the block discrimination.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highest-leverage five lines in an AI codebase. Demo it live: add a union member, watch tsc name the case you forgot.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code/typed-tool-calling.ts on screen here. The score card slide at the end of that script sells the point better than any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JSON Schema is DERIVED. The number one cause of bad tool calls is a schema that no longer matches the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 4 is subtle: a field with .default() is optional on input and always present on output. Get it backwards and you lie to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of typed-tool-calling.ts prints the empty definitions object. Show it. This class of silent-degradation bug is the worst kind.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streaming here. You should almost never write layer 1 -- the SDK does it. Write it only when proxying and re-framing, or debugging someone else's parser. Ask who has written an SSE parser, then ask if they tested it at one-byte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Bugs 1 to 3 are one bug in three hats: chunk boundaries are not message boundaries. TCP knows nothing about SSE frames or code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recorded-fixture replay test is the highest-value test in an AI codebase and almost nobody writes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Backpressure comes free from await in a for-await loop, and from pull() in a ReadableStream. Pushing everything in start() reinvents an unbounded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the Agent SDK with the API SDK's beta tool runner. The tool runner loops over tools YOU define and has no built-in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maxTokens became maxOutputTokens, CoreMessage became ModelMessage, toDataStreamResponse became toUIMessageStreamResponse, hooks moved to @ai-sdk/react.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Opinion: run the streaming chat route at the edge where TTFT matters, keep the agent loop and anything touching a filesystem on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floating-promise-for-logging pattern is the most common edge bug. It works in dev and silently drops your analytics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 them on one at a time on an existing codebase and count how many new errors were real bugs. That is exercise 6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tsx bullet is the one to dwell on. People ship type errors for months because the app runs fine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last bullet passes, they have beaten the bug that ships in most AI products. Point them at lab/EXERCISES.md and the python sibling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16.2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TypeScript for AI Applications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Python trains the model. TypeScript ships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178C6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this track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Once the model is an HTTP call, the product language is what matters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application layer is streaming, tools, cancellation, and the edge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One lesson underneath everything: types do not exist at runtime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Target: ship a streaming chat route that survives a hostile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division of labour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Python: data prep, training, eval, a model behind an HTTP API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TypeScript: routes, tool execution, streaming, auth, quotas, the UI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contract between them is JSON over HTTPS -- that is all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Do NOT rewrite your eval harness or data pipeline in TypeScript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TypeScript won this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buys you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One language, client to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Message type, no codegen, no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Streaming is native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ReadableStream and async iterators are platform APIs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Edge runtimes run 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Workers, Vercel Edge, Deno Deploy, Bun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Type-safe tool schemas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Zod schema = validator + type + JSON Schema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SDKs are TypeScript-first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 ports; the types encode the real API shape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Discriminated unions carry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Almost every LLM API object is a tagged union on a 'type' field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Content blocks: text | thinking | tool_use | tool_result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Stream events: message_start | content_block_delta | error | ...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Narrowing on the discriminant gives you the right member for free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Stop writing your own ChatMessage -- import the SDK's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Exhaustiveness checking: five lines that pay 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function assertNever(x: never): never { throw new Error(...) }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Put it in the default case of every switch over a union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Providers ADD stream event types -- your build should fail, not your UI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Without it, a 'default: break' silently drops a whole feature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Pair with noFallthroughCasesInSwitch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central 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A TypeScript type does not exist at runtime. The model has never seen your tsconfig.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3178C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tsc cannot check a network response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178C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Structured outputs reduce the odds; they do not remove them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178C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In the lab demo, 3 of 5 tool calls from a 'good' model were malformed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178C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Compile-time types describe intent. Only a validator enforces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Zod: one declaration, three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z.infer&lt;typeof S&gt;            -&gt; the static type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S.safeParse(modelOutput)     -&gt; the runtime check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z.toJSONSchema(S, {io:'input'}) -&gt; what you send the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alternative is three files that silently drift apart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Nothing links a hand-written schema to a hand-written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Zod rules for model-facing schemas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safeParse, never parse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throw is a dead turn in an agent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.describe() every field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becomes the JSON Schema description; cheapest accuracy win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.nullable() over .optional()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models emit explicit null better than they omit keys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io: 'input' for tool schemas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defaults change which fields are required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z.prettifyError back to the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models usually self-repair on the next 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Gotcha: zod-to-json-schema on Zod v4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Zod v4 ships z.toJSONSchema() natively -- use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Point the old package at a v4 schema and it does NOT throw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It reads v3 internals, finds nothing, and returns {}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empty schema = zero constraints = the model invents fields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Silent in dev, loud in prod. Keep the package only if pinned to v3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Streaming is a product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Time-to-first-token is what users feel; total latency is what dashboards show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600 tokens is 8-20 seconds of spinner without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Streaming is also your only cancellation point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non-streaming request bills you even after the user leaves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Three layers: SSE framing, event semantics, your own UI transport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five streaming bugs, in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Bug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New TextDecoder per chunk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accented chars and emoji become U+FFFD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decoder, {stream:true}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Split on blank line, drop rest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random missing sentences under load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buffer across chunks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 final flush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last token silently truncated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decode() with no args, drain buffer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Ignoring the error event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half a sentence, HTTP 200, no log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handle it in the switch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Proxy buffers the body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streaming code, non-streaming 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no-transform, X-Accel-Buffering: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these bugs 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On localhost the whole response arrives in one 4KB read, so every test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3178C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CDN, a proxy, or a slow mobile link slices it anywhere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178C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 naive parser is correct at 4096 bytes and empty at 7 bytes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178C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Test your parser at chunkBytes = 1. If it passes there, it passes anywhere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3178C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Record one real SSE response and replay it at five chunk sizes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Cancellation,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Stop button -&gt; client AbortController -&gt; connection closes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-&gt; server Request.signal -&gt; provider request aborted -&gt; billing stops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link must be connected or you have a decorative Stop button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Treat AbortError as normal control flow, not a 500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Breaking a 'for await' loop calls return() and cleans up for you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Three SDKs, three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Reach for it when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ai (Vercel AI SDK)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provider-agnostic facade + UI hooks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building a chat product, want portability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@anthropic-ai/sdk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official client, full API surface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caching, thinking, server tools, batches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@anthropic-ai/claude-agent-sdk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Claude Code as a library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coding or filesystem agent, tools included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AI SDK: the line that earns its keep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streamText({ model, messages, tools }) with Zod inputSchema per tool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return result.toUIMessageStreamResponse()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useChat() on the client already speaks that protocol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generateObject / streamObject give you validated typed output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v5 renamed a lot -- check ai-sdk.dev before trusting any snippet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Runtimes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bites you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Node 20/22/24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everything works; the 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cold starts, ESM/CJS interop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Bun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fast installs and startup, TS native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occasional Node-API gaps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secure by default, web standards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npm compat good, not invisible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Cloudflare Workers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global, near-zero cold start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V8 isolate, no fs, CPU caps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Vercel Edge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same isolate, Next.js integrated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duration limits vary by 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What actually breaks on the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 filesystem: no fs, no __dirname, no path-based asset loading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Node built-ins are opt-in (nodejs_compat); net and child_process never work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CPU time is capped; waiting on a stream is I/O, so that part is fine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Response duration limits: a 10-minute agent run is not a request handler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Background work must use waitUntil() or it is killed with the response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tsconfig flags that actually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catches</a:t>
                      </a:r>
                    </a:p>
                  </a:txBody>
                  <a:tcPr anchor="ctr">
                    <a:solidFill>
                      <a:srgbClr val="3178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strict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table stakes, not a finish 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noUncheckedIndexedAccess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arr[0] is T|undefined -- the empty-content case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exactOptionalPropertyTypes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missing vs null; providers treat them differently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verbatimModuleSyntax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forces import type; kills ESM/CJS surprises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module: bundler (not node)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understands package exports maps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Toolchain, and the mistake everyone makes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pnpm for installs, vitest for tests, biome for lint and format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Go ESM-only: 'type': 'module', no dual build, no three-day tax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tsx and esbuild DO NOT typecheck -- they strip types and run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If tsc --noEmit is not in CI, you do not have types, you have comments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Test parsers and schemas offline; run live evals on a schedule, not in CI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Your 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POST /api/chat that streams SSE and validates input with Zod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One Zod tool; bad arguments return tool_result is_error, never a throw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Client disconnect aborts the provider call and logs 'cancelled'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Clean under strict + noUncheckedIndexedAccess + exactOptionalPropertyTypes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3178C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test replaying a recorded SSE fixture at 1-byte and 4096-byte chunks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31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178C6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