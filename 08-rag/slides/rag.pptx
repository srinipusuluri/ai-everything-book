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'the AI is wrong' tickets are a chunker or retriever bug, not the LLM. Set that expectation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are complementary, not competing. Fine-tune the model to USE retrieved context well; use RAG to supply the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chunking gets covered before embeddings or vector search -- it's the earliest decision and the hardest to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code/chunking_strategies.py plants a fact that straddles a fixed-size boundary and shows recursive and sentence-window both save it, by different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code/chunking_strategies.py live here -- the printed table makes this argument better than any slide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embedding theory lives in Module 03. This slide is only the retrieval-specific gotchas -- the prefix bug is the most common real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ANN knob (ef_search, M, nprobe, nlist) moves you along the recall/latency/memory triangle. Don't guess the values -- sweep them against a labeled eval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any vector DB vendor whether their 'metadata filtering' is real filtered search or silent post-filtering. The answer changes your data-leak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section with real, measured numbers in code/hybrid_search_and_rerank.py -- run it live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code/hybrid_search_and_rerank.py: BM25 gets MRR=1.0 on error-code queries where dense/LSA nearly zeroes out, and the reverse on paraphrased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reusable idea in the whole module -- rank fusion generalizes to combining any two uncalibrated scoring systems, not just BM25 and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Retrieve broadly and cheap, rerank narrowly and expensive. A reranker cannot recover a doc that never made the retrieval shortlist -- it sharpens, it does not substitute.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one of these because you profiled a specific failure, not because it sounds sophisticated. Each row has a paper behind it in papers/PAPERS.md.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build a knowledge graph because it sounds advanced. Build one because real user questions are corpus-spanning multi-hop, and you measured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abstention instruction is the single highest-leverage half-sentence in a RAG prompt, and the one everyone forgets to test adversarially.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code/rag_eval_metrics.py hand-verifies every formula, then shows a case where recall@k and MRR rank two systems in OPPOSITE order -- report more than one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caveat out loud: a well-paraphrased true claim can score UNSUPPORTED here. That's the trade for being free and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invisible in a 3-query demo and shows up only under real query volume and corpus churn. Build the eval harness before the incident,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deliverable is the lab capstone: two retrieval configurations, compared on real numbers, plus a recommendation that cites those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08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Retrieval-Augmented Generation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Give a frozen model fresh, private, citable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AB308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RAG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LLM's weights are a frozen, lossy snapshot of training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Problem 1: frozen knowledge -- it can't know last week's incident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Problem 2: no provenance -- a fact with no way to verify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Problem 3: private data -- it was never trained on your wiki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RAG's fix: retrieve fresh, citable, access-controlled text per 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RAG vs fine-tuning vs long-context -- pick on cost, not vibes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Teaches the model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nothing -- stays frozen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fresh facts, citations, private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skill, tone, format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consistent style, jargon, structure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Long-context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nothing, same as 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small, static corpora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pipeline: ingestion once, retrieval every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Ingestion: documents -&gt; chunk -&gt; embed -&gt; vector index (offline)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Serving: query -&gt; embed -&gt; retrieve top-k -&gt; rerank -&gt; generate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Ingestion decisions become invisible bugs at serving time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Most quality problems trace back to the chunker, not the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Four chunking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Still has this problem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Fixed-size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text[i:i+size], nothing more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cuts words/facts in half blindly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Recursive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try nicest separator, fall back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size for different sections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Sentence-window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unit=sentence; LLM gets neighbors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more units to embed/index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Structure-aware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split on headers, keep as metadata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only as good as doc structure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Chunk-size sweep: reading the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Margin falls steadily as chunk size grows: 0.46 to 0.05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Bigger chunks dilute the embedding with more filler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Whole-doc chunking: least precise AND most expensive per hit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But shrinking a FIXED-size chunk just slices facts smaller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Fix: boundary-respecting chunking at a moderate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Embeddings for retrieval: three facts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Normalize vectors -&gt; cosine similarity becomes a dot product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Asymmetric search needs instruction prefixes: 'query:' vs 'passage:'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Getting the prefix backwards degrades retrieval SILENTLY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Dimensionality trades quality for index size and latency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Check MTEB before committing to an embedding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Exact search vs. ANN indexes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Exact kNN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compare against every 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perfect recall, O(n) per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HNSW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multi-layer navigable graph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read-optimized, big memory graph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IVF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k-means clusters, search nprobe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cheaper to build, needs good clusters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Metadata filtering is an access-control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Post-filter: retrieve top-k, then discard non-matches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Post-filter can return FEWER than k, or zero, results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Pre-filter: restrict the ANN search before ranking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Filtered HNSW: filter integrated into graph traversal itself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For multi-tenant systems, wrong filtering is a data leak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Hybrid Search and Reranking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Neither sparse nor dense wins alone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BM25 vs. Dense: what each one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Query type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Exact codes, SKUs, IDs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BM25 (sparse)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token IS the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Paraphrase, no shared words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Dense (embeddings)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bridges the vocabulary gap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Both mixed in one corpus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Hybrid (RRF)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never the worst on either 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Reciprocal Rank Fusion, not averaging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A BM25 score of 8.3 and a cosine of 0.31 are not comparable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EAB308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RRF(doc) = sum over systems of 1 / (k + rank)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AB308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Only looks at RANK, never at score -- no calibration needed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AB308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k=60 (Cormack et al., 2009) controls how much rank-1 dominates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AB308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Trivially extends to 3+ retrieval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Bi-encoder (retrieval) vs. cross-encoder (rerank)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Bi-encoder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Cross-encoder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Encodes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query, doc separately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query and doc together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Precomputable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 -- index once, offline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-- runs per query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millions of documents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only a short shortlist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better -- sees interactions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Advanced retrieval patterns -- each fixes a NAMED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Fixes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Query rewriting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vague or underspecified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HyDE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query/document stylistic mismatch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Multi-query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query phrasing missing the right doc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Parent-document / small-to-big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precision vs completeness trade-off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Self-querying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semantic ask + hard structured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Agentic / iterative RAG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multi-hop questions, single pass can't adapt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GraphRAG, conceptually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Extract an entity/relationship graph from the corpus, offline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Cluster the graph, have an LLM summarize each community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At query time, answer GLOBAL questions from summaries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Expensive offline indexing; win is concentrated on multi-hop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For 'find the passage that answers this', plain RAG is cheaper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Generation: citation assembly and abstention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Tag every chunk with a stable ID before it hits the prompt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Instruct the model to cite that ID for every claim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Abstention: 'I don't know' when context is weak -- and TEST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Default failure: model answers anyway from parametric memory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Put the best chunk first or last, never buried mid-context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Retrieval eval metrics -- each has a blind 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Blind spot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Recall@k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did relevant docs reach top-k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ignores order entirely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how far to the FIRST hit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ignores everything after it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NDCG@k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order AND grade, through top-k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needs graded judgments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Faithfulness: did generation stick to the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RAGAS decomposes an answer into claims, checks each vs context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code/rag_eval_metrics.py: a free, offline keyword-overlap proxy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Ordering held on 3 answers: faithful 1.00, partial 0.67, none 0.00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Known blind spots: negation, and true paraphrase, both miscored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Use it as a cheap pre-filter before spending LLM-judge budget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Production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anchor="ctr"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Lost-in-the-middle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attention primacy/recency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best chunk first or last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Stale indexes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ingestion ran once, never refreshed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index = cache with a TTL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Chunk-boundary splits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naive chunking mid-sentence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boundary-respecting chunkers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Retrieval-gen mismatch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weak grounding instructions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explicit abstention + eval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Silent index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corpus shape changes unnoticed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monitor recall@k on a schedule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Chunker with a stated boundary strategy, not fixed-size by default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Hybrid retriever (BM25 + dense), fused with RRF, then reranked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Recall@k / MRR / NDCG@k on a labeled query set you judged yourself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faithfulness score for generated answers, not just a vibe check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AB308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15 -- AI Evals, for the full RAGAS + LLM-judge treatment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AB308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