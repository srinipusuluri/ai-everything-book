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stakes. The single most common mistake is rushing past the transformer to get to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word2vec's king - man + woman = queen is the moment meaning became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BPE: start from bytes, repeatedly merge the most frequent adjacent pair. That is the entire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converts 'the model is dumb' into 'the tokenizer is lossy'. It changes how people debug.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the instruction-prefix trap: 'query:' vs 'passage:' silently wrecks retrieval if you get it wrong. Module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Everything after this slide is the core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them to explain Q, K, V without using the word 'attention'. It exposes who actually gets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code/attention_from_scratch.py demo 2 measures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accuracy. Memory. The KV cache is what caps your batch size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draw this from memory. If they cannot place the residuals, they cannot read a model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RoPE makes attention depend on relative position for free. Extending context = manipulating RoPE frequencies (YaRN, NTK scaling).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Decoder-only won: one objective, parallel training, in-context learning for free. Encoders are NOT obsolete -- they are the cheap tool for embeddings and high-volume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bridge from architecture to your infrastructure bill.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FlashAttention is not an approximation. Same math, different memory choreography.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03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Natural Language Processing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Tokens, embeddings, and the architecture that ate the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EA5E9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This module IS how LLMs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Module 04 is what happens when you SCALE what we build here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Do not skim this to reach LLMs faster -- you will pay for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Pipeline: text -&gt; tokens -&gt; embeddings -&gt; contextual vectors -&gt; output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Everything in Modules 04 to 11 is this pipeline with a bigger middle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 compressed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Era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killed it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1990s-2000s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n-grams, HMMs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sparsity, no generalisation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2001-2013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bag-of-words, TF-IDF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order, no semantics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word2vec: static embeddings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one vector per 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2014-2017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seq2seq + LSTM + attention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sequential -&gt; slow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(still here)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2018-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BERT, GPT, then scale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Module 04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Tokenization: pick your granularity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Vocab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Seq length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Characters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~100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very long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must learn spelling; O(n^2) hurts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Words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100k-1M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out-of-vocabulary, huge embedding table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Subwords (BPE)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30k-256k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practical winner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Tokenization explains the weirdness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Behaviour you have seen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Tokenizer cause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can't count r's in strawberry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it never sees letters, only chunks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bad at long-number arithmetic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digits split inconsistently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non-English costs 2-5x more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English-dominated vocabulary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trailing space degrades output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' dog' and 'dog' are different tokens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glitch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vocab entries almost absent from training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Count tokens with the model's own tokenizer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len(text)/4 is a guess, not a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English prose: roughly 1.3 tokens per word -- but measure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Code, JSON and other languages break the rule of thumb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Token count drives cost, latency and context limits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Build one yourself: code/bpe_tokenizer.py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Embeddings: static vs contextual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Static (word2vec): one vector per word; 'bank' is a compromise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Contextual (BERT, GPT): the vector depends on the whole sequence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That shift is the biggest single quality jump in NLP history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Sentence embeddings are trained CONTRASTIVELY, not by averaging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Normalize vectors -&gt; cosine similarity becomes a dot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The Transformer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Drop the recurrence. Keep the attention.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problem it solved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RNNs process one step at a time: no parallelism across time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Position 1's influence on position 1000 survives 999 sequential updates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2017: drop recurrence entirely, keep only attention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position attends to every other in ONE parallel op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price: attention is O(n^2). Long context = paying less of that price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Scaled dot-product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Query: what am I looking for? Key: what do I offer?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Value: what do I contribute if selected?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Attention(Q,K,V) = softmax(Q K^T / sqrt(d_k)) V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It is a SOFT dictionary lookup -- a weighted blend, differentiable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scores -&gt; scale -&gt; mask -&gt; softmax -&gt; weighted sum of values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Why divide by sqrt(d_k)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Q.K sums d_k products, so its variance grows as d_k. Big logits saturate softmax and the gradient dies.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Unscaled: max weight -&gt; 1.0, entropy -&gt; 0, gradient p(1-p) -&gt; 0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Scaled: std stays ~1 at every dimension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most-asked transformer interview question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0EA5E9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Know the VARIANCE argument, not just the formula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Multi-head variants exist for ONE reason: inference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K/V heads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MHA (2017)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original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MQA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1 shared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shrinks KV cache; some quality loss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GQA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 groups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modern default -- near-MHA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MLA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compressed latent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further cache compression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causal mask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Position i may attend only to positions &lt;= i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Add -inf to scores BEFORE softmax, not zero weights after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Zeroing after softmax breaks the sum-to-1 property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is what lets a decoder train on ALL positions in parallel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Also mask padding -- forgetting it is silent and degrades quality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transformer block (Pre-LN)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onsolas"/>
              </a:rPr>
              <a:t>h   = x + MHA(LayerNorm(x))        &lt;- residual 1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onsolas"/>
              </a:rPr>
              <a:t>out = h + FFN(LayerNorm(h))        &lt;- residual 2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FFN is per-position, d_ff = 4 * d_model, and holds ~2/3 of parameters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Post-LN (2017) needed careful warmup; Pre-LN is stable -- everyone moved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Llama-class models swap LayerNorm for the cheaper RMSNorm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Positional encoding: attention is order-blind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Scheme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Extrapolates?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Sinusoidal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fixed sin/cos added to embeddings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weakly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Learned absolute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trainable vector per position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no -- hard cap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ALiBi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linear distance penalty on scores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RoPE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rotate Q and K by angle m*theta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yes, with scaling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three families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Best at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Encoder-only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bidirectional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understanding, embeddings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BERT, DeBERTa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Decoder-only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causal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generation, and everything else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GPT, Llama, Claude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Encoder-decoder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both + cross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translation, summarisation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T5, BART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KV cache dominates inference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cache = 2 * layers * kv_heads * d_head * seq * batch * bytes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8B GQA model, 32k context, batch 16 -&gt; ~69 GB of cache alone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Prefill is compute-bound and parallel; decode is bandwidth-bound and serial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KV cache, not weight count, caps your concurrency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Hence GQA, PagedAttention (vLLM), and prompt caching APIs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Efficiency techniques worth knowing by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FlashAttention -- exact attention, tiled, never materialises the n x n matrix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Sliding-window / local attention -- Mistral, Longformer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Linear attention and SSMs -- Mamba, RWKV; increasingly hybrid stacks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Mixture-of-Experts -- route each token to k of N expert FFNs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At B=8, h=32, n=8192 the attention matrix is ~34 GB for ONE layer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Explain Q, K, V without saying 'attention'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Justify sqrt(d_k) with the variance argument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Draw a Pre-LN block, residuals in the right places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Compute a KV cache size from a config, from memory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0EA5E9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04 -- Large Language Models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EA5E9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