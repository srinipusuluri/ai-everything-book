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four-box pipeline. Return to it at every stage of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Dedup, quality filters, decontamination, domain mixing. Unglamorous and decisive.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Chinchilla optimises training. If you serve billions of requests, deliberately overtrain a smaller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Reward hacking is Goodhart's law with a GPU budget. The KL penalty is the leash.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30 seconds of stage time. It saves people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Sycophancy is a direct consequence of optimising human approval. It is not a bug you can prompt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code/sampling_strategies.py live if you can. Seeing it beats reading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use a repetition penalty on code or JSON. Repeated braces and identifiers are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 that saves the most money: fine-tuning teaches BEHAVIOUR, retrieval supplies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bigger model at 4-bit usually beats a smaller model at bf16 for the same memory. Always re-run evals after quantizing -- reasoning and code degrade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Speculative decoding: 2-3x faster decode with PROVABLY IDENTICAL output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code/llm_cost_calculator.py with their numbers. It ends architecture arguments faster than opinions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 context does NOT make RAG obsolete. Retrieval stays cheaper, fresher, more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MODULE 04</a:t>
            </a:r>
          </a:p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Large Language Models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8EAF2"/>
                </a:solidFill>
                <a:latin typeface="Calibri"/>
              </a:rPr>
              <a:t>How they are built, and how to actually use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6B6D4"/>
                </a:solidFill>
                <a:latin typeface="Calibri"/>
              </a:rPr>
              <a:t>AI End-to-End Learning Track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4"/>
                </a:solidFill>
                <a:latin typeface="Calibri"/>
              </a:rPr>
              <a:t>Notes · Code · Labs · Papers — see the module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An LLM is Module 03, scaled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transformer, trained on 10-30 trillion tokens, then bent into an assistant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Pretraining (months, $10M+) -&gt; SFT (days) -&gt; preference optimisation -&gt; serving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BASE model completes text. An INSTRUCT model follows orders. Not the same thing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Most 'why is it doing that' confusion is confusing the 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Pretraining: one objective, enormous consequences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2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Objective: predict the next token. That is the entire loss function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It is the cross-entropy from Module 01, applied at every position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To predict well you must model syntax, facts, code, reasoning, style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Data quality work moves benchmarks more than architecture tweaks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FLOPs ~= 6 * N * D -- use this to sanity-check any training claim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Scaling laws, and the correction to the correction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3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Regime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Optimise for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Kaplan 2020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predictability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loss is a power law in N, D, 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Chinchilla 2022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training compute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~20 tokens per parameter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Production 2023+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INFERENCE 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overtrain small models: 100-2000 tok/param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Post-training: format, then judgment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4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SFT teaches FORMAT: curated (instruction, response) pairs, prompt loss masked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Quality beats quantity -- LIMA: 1k curated beat 50k noisy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Preference optimisation teaches JUDGMENT: which good answer is better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RLHF: reward model + PPO + a KL penalty (without it: reward hacking)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DPO: skip the reward model entirely. Simpler, cheaper, stabler -- now the default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Get the chat template right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5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Post-training introduces special tokens for system/user/assistant turns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Wrong template at inference = quality collapse that LOOKS like a dumb model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Symptoms: rambling, ignoring the system prompt, never stopping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Always use the tokenizer's apply_chat_template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This is the single most common self-hosting bug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alignment bill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6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Alignment tax: some raw capability traded for safety and format compliance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Sycophancy: agreeing with the user scores well with human raters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Over-refusal: the mirror failure, and it must be measured explicitly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Constitutional AI / RLAIF: model critiques against written principles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Those principles are an auditable document -- Module 12 cares about this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Using them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Decoding, adaptation, cost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Generation is a pipeline of knobs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8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logits -&gt; temperature -&gt; penalties -&gt; top-k / top-p / min-p -&gt; softmax -&gt; sample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Temperature: T-&gt;0 greedy; T=1 native; T&gt;1 flattened and incoherent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top-p is ADAPTIVE: the candidate set shrinks when the model is confident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min-p behaves better than top-p at high temperature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Change ONE at a time. Most 'prompt regressions' are sampling regressions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Temperature by task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9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Extraction, classification, tool arguments, SQL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Factual Q&amp;A, summarisation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0 - 0.3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General assistant chat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0.5 - 0.8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Brainstorming, creative writing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0.8 - 1.2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Structured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10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Mask the logits so only schema-valid tokens can be sampled. Malformed JSON becomes impossible, not merely unlikely.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06B6D4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Outlines, XGrammar, llama.cpp GBNF, provider JSON mode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06B6D4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If you parse model output in production, use this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06B6D4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Fallback: validate, then re-prompt with the validation error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adaptation decision, in cost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11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Setup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Bad for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Prompting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minutes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start here, always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strict style, private corpora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RAG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days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private/current knowledge, citations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teaching skills or style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LoRA fine-tune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style, format, narrow task, cost cuts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adding FACTS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Full fine-tune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weeks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deep domain adaptation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most teams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Continued pretraining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months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 new domain or language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virtually everyone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LoRA in one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12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Freeze W. Learn a low-rank update dW = B A, with r much smaller than 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Trains ~0.1-1% of parameters; merge at inference for zero added latency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 = 8-16 for style/format; 32-64 for harder tasks; alpha ~ 2r to start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QLoRA = LoRA on a 4-bit base -- fine-tune 70B on one GPU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Hot-swap adapters to serve many fine-tunes from one base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Quantization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13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Bits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Quality loss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BF16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FP8 / INT8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very small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4-bit (GPTQ, AWQ, NF4)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small to moderate, task-dependent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2-3 bit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2-3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significant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four serving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14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TTFT -- prefill, compute-bound, scales with prompt length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TPOT -- decode, memory-bandwidth-bound, sequential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Throughput -- what your cost per token depends 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Concurrency -- capped by KV cache memory, not by weights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Continuous batching is the single biggest real throughput win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Cost facts that dominate real bills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15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Output tokens cost 3-5x input tokens. 'Be concise' is a cost control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Cached input is dramatically cheaper -- keep the prefix byte-identical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RAG multiplies input: 20 chunks x 500 tokens = +10k tokens per request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Agent loops resend a growing transcript: cost grows ~quadratically in turns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Biggest lever: route the easy 80% to a small model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Failure modes you design around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16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Failure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Hallucination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trained for plausible, not for knowing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RAG + citations, abstention, evals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Sycophancy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preference training rewards agreement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neutral framing, adversarial evals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Prompt sensitivity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tiny wording changes shift output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version prompts, regression-test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Context rot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irrelevant context degrades quality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retrieve harder, compact, shorten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Non-determinism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sampling + batching, even at T=0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assert properties, never exact strings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Exit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Write a one-page recommendation: which model, prompted or tuned, what context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Include cost per 1000 requests and the top 3 failure modes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Include how you will MEASURE those failure modes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Run both code files; read code/prompt_patterns.md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6B6D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Next: Module 05 -- Generative AI beyond text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Now go build.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code/ — run it   ·   lab/EXERCISES.md — break it   ·   papers/ — go deeper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6B6D4"/>
                </a:solidFill>
                <a:latin typeface="Calibri"/>
              </a:rPr>
              <a:t>AI End-to-End Learning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