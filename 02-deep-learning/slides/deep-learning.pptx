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Kill the mystique in the first two minutes: they already built a neuron last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Sigmoid's gradient maxes at 0.25. Ten stacked layers gives 0.25^10 = 1e-6. That is the vanishing gradient problem in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these on a board. Then show code/backprop_from_scratch.py implementing exactly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 silent bug in a beginner's PyTorch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RNN's fatal flaw -- inherent sequentiality -- is exactly what the transformer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Explicitly flag the forward links to Modules 03, 04 and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Pre-LN vs Post-LN placement is why modern transformers train without heroics.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account for most silent failures in student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at the first failure. Do not skip step 1; it catches four different bugs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GPU utilisation BEFORE optimising the model. Most 'slow training' is a slow DataLoader.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Bergstra &amp; Bengio 2012. Grid search wastes its budget on irrelevant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Module 04 link explicit -- it saves them a week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out loud in front of stakeholders. It buys enormous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02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Deep Learning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Stop choosing features. Start learning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6366F1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One neuron is logistic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z = w.x + b, then a = phi(z) -- exactly Module 01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Stack neurons into layers, layers into a network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Without the nonlinearity, 50 layers collapse to one linear map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Depth is an EFFICIENCY argument, not an expressiveness 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Universal approximation says 'possible', not 'findable' or 'generalises'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Activation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it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ReLU  max(0,z)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[0, inf)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default hidden 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GELU  z*Phi(z)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transformers -- BERT, GPT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SwiGLU (gated)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Llama-class feed-forward blocks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Sigmoid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(0,1)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OUTPUT only, binary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Softmax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simplex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OUTPUT only, multi-class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Tanh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(-1,1)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LSTM gates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Backprop is four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delta_L = dJ/da * phi'(z_L)   at the output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delta_l = (W_{l+1}^T delta_{l+1}) * phi'(z_l)   propagate back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dJ/dW_l = delta_l a_{l-1}^T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dJ/db_l = delta_l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Forward caches; backward reuses the cache. That is all autograd does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softmax pairs with cross-entropy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dJ/dz = p - y. Every exponential and its derivative cancels.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Frameworks fuse the two ops for speed AND numerical stability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cross_entropy() takes LOGITS, not probabilities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Common bug: softmax applied twice -- trains, then plateaus early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Initialization breaks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All-zero weights: every neuron in a layer stays identical forever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Symmetry must be broken -- that is the whole point of random init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Xavier/Glorot: var = 2/(fan_in + fan_out), pair with tanh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He/Kaiming: var = 2/fan_in, pair with ReLU -- PyTorch default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Goal: keep activation variance stable across depth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Pick the architecture the data's structure demands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Structure in data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 it encodes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none (tabular)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nothing -- and that's 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spatial / local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locality + translation equivariance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RNN / LSTM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order, recurrence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sequential, parallelisable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all-pairs attention (Module 03)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compress + reconstruct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Autoencoder / VAE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usable latent space (Module 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Embeddings: the idea that unlocks the rest of the 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learned dense vector for a discrete item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50,000 words -&gt; a 50,000 x 768 lookup table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Trained end-to-end, similar items land near each other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Powers: LLM input layers, vector search, recsys, diffusion latents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If you take ONE idea from this module, take this 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Residual connections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output = F(x) + x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identity path is a gradient highway back to early layers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ResNet 2015: ~20 usable layers became 152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transformer block is two residual blocks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cannot read a transformer diagram without this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BatchNorm vs LayerNorm vs RMSNorm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Norm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Normalises across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used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BatchNorm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batch, per feature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CNNs; breaks at tiny batch sizes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LayerNorm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features, per example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transformers -- batch independent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RMSNorm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features, no mean-centring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Llama-class LLMs -- cheaper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training loop, stripped to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zero_grad -&gt; forward -&gt; loss -&gt; backward -&gt; clip -&gt; step -&gt; schedule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Then: eval, checkpoint the BEST (not the last)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Bug 1: no zero_grad -- gradients silently accumulate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Bug 2: no model.eval() -- dropout on during validation, metrics are noise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Bug 3: no torch.no_grad() at eval -- memory blows up for nothing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15-minute debugging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1. Can you overfit 10 examples to ~zero loss? If not it's a CODE bug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2. Is loss at step 0 equal to ln(K)? If not, output layer or loss is wrong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3. Print shapes -- a silent (B,1) vs (B,) broadcast gives a (B,B) loss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4. Print 10 inputs AFTER the full transform pipeline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5. Print per-layer grad norms -- all-zero early layers = vanishing or frozen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6. LR sweep 1e-5..1e-2 for 100 steps; take the largest that decreases smoothly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Reading a broken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loss -&gt; 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exploding gradients, LR too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clip to 1.0, lower LR, warmup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flat from step 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LR too low, broken labels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LR sweep, check label alignment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train down, val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overfitting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dropout, augment, early stop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val metric is noise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forgot model.eval()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call .eval(), use no_grad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GPU at 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data pipeline 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num_workers, pin_memory, prefetch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Hyperparameters, ranked by how much they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1. Learning rate -- order of magnitude beats exact value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2. Batch size -- set by memory, then scale LR linearly with warmup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3. Model size -- bigger wins if you regularise and have data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4. Weight decay -- 0.01-0.1 transformers, 1e-4 CNNs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5. Schedule -- warmup + cosine decay is the safe default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6366F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Random search beats grid search: most dimensions don't matter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Making it fast and affordable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Mixed precision (bf16)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2-3x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tiny; bf16 safer than fp16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Gradient checkpointing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-40% memory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+30% time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torch.compile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1.3-2x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compile time, graph breaks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DataLoader tuning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often the biggest win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DDP / FSDP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scales across GPUs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complexity, comms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Transfer learning -- the workflow you reuse forever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Take a pretrained backbone; replace the task head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Freeze and train the head (little data), or fine-tune all (more data, small LR)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Unfreeze gradually with discriminative learning rates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Same mental model as LLM fine-tuning in Module 04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LoRA and adapters are parameter-efficient versions of this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When deep learning is the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Tabular data under ~100k rows -&gt; gradient boosting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regulator needs per-prediction explanations -&gt; start interpretable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Sub-10ms CPU latency budget -&gt; small model or distillation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task is genuinely a rule or a lookup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Choosing NOT to use deep learning is a senior move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Train a net on a new dataset and hit a target metric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Explain every line of your training loop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Debug a NaN without copying a notebook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code/backprop_from_scratch.py and code/pytorch_training_loop.py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6366F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03 -- Natural Language Processing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366F1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