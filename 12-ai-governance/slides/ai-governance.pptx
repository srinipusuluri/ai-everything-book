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drawing the three-way split on the whiteboard: governance / security / compliance. Students conflate all three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gaps, four reasons the old change-management playbook doesn't cover AI. Everything else in this module is a response to one of these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 is cross-cutting -- it wraps the other three continuously, it doesn't run once. Voluntary guidance, not a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already run ISO 27001 this will look immediately familiar -- same harmonized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competitors. Most mature programs run AI RMF internally and pursue ISO 42001 only when there's an external audience demanding the certificate.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slide. Everything above is acronyms; this is the actual mechanic underneath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spell-checker and an autonomous fraud-blocker are not the same risk even though both are 'AI'. These four axes are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live: python code/ai_risk_register_template.py --demo --legend. Let them see the score breakdown per use case, not just the final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point of tiering: a low-risk internal tool should never drag the same review machinery as a customer-facing credit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A framework tells you what to think about; an operating model tells you which named human is on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MRM comes from banking (SR 11-7, post-2008) -- the team that built the model is structurally bad at grading its own homework, not from bad faith.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code/model_card_template.md -- a full worked example for a customer-support RAG assistant, annotated section by section with the governance reason each part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HITL gate fails as a control the moment the approver has no time, no context, or no consequence for rubber-stamping. Design against that, not just for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makes 'human in the loop' stop being a magic phrase people say to sound responsible.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common way an AI vendor silently breaks your product: a default-model change with zero notice. Contract for pinning or advance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rule teams skip most often, because it doesn't feel like a deployment. It 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incident review that changes nothing in the eval suite or the register was closed, not reviewed. That distinction is the whole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Landing point: governance done well is nearly invisible in daily work because it rides on practices you'd want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can do all four without reopening the README, the module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12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Governance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Who decides, who signs off, and what you show the auditor a year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C4899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this module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other module teaches how to build AI. This one teaches whether you should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Governance = internal policy, process, org design -- not law, not technical controls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Module 14 = external law. Module 13 = technical controls. This module = who signs off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question every incident traces back to: who decided this was low-risk, and why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AI breaks traditional IT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Confidently wrong on purpose -- a hallucination looks exactly like a real answer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Behavior is emergent, not specified -- you can't read the weights like you read code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Agentic systems act, not just answer -- the risk surface is 'it might DO something'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often don't own the supply chain -- a vendor's silent version bump changes your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NIST AI RMF -- four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Asks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Govern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 we have policy and accountability first?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Charter, committee, named roles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What is this system, for whom, in what context?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Use-case inventory entry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Does it perform, is it trustworthy?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Eval results, bias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Manage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What do we mitigate, monitor, or kill?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Risk treatment, monitoring plan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ISO/IEC 42001 -- the certifiable sibling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AI Management System (AIMS) standard -- same shape as ISO 27001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Clauses 4-10, Plan-Do-Check-Act, an accredited body can certify you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Annex A: 38 reference controls across 9 areas, plus a Statement of Applicability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Reach for this when a customer or regulator wants third-party-audited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Choosing a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NIST AI RMF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ISO/IEC 42001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EU AI Act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Voluntary guidance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Certifiable 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Binding law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Proves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 thought about this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 auditor verified 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Legally permitted in EU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Low -- a mapping exercise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Medium-high -- audits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Mandatory if in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Risk tiering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The mechanic every framework converges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Four attributes that predict harm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Low end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 end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Data sensitivity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Public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Special-category (health, biometric)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Decision autonomy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Advisory, human decides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Fully autonomous, no override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Population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handful of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General public / systemic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Reversibility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Edit and resend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Irreversible (denied care, wrongful loss)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Demo: the risk register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code/ai_risk_register_template.py scores 6 real-shaped use cases on these 4 axes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Medical triage assistant: 86/100 -- health data + high autonomy + irreversibility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Resume screener: 76/100 -- an EU AI Act Annex III 'employment' use case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Internal code assistant: 24/100 -- advisory only, tiny population, trivially reversible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If every use case lands in the same tier, your weights aren't discriminating -- that's a bug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Tiers -&gt; proportional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Review required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Internal code assistant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Self-attestation, AI inventory 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Customer FAQ chatbot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Business-owner sign-off, model card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Fraud-detection flagging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Governance committee + MRM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Medical triage, autonomous txns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Executive sign-off, human-in-command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Operating model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Who does the work, day to 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Roles and what they actually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Does NOT do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Governance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Sets policy, approves High/Critical launches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Review every prompt tweak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MRM function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Independently validates a specific system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Build the model -- independence is the point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Responsible AI office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Owns standards, trains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Hold veto power itself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Accountable executive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Signs deployment, owns the outcome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Skip this role. Don't skip this role.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Model cards as governance artifacts, not paperwork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single artifact committee, MRM, legal, and an auditor all read first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Intended use = the boundary the committee actually approved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Out-of-scope uses = what stops 'repurpose the chatbot for medical advice'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For a RAG/agentic system, call it a system card -- it's a pipeline, not one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human-oversight postures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Posture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Human does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Fits</a:t>
                      </a:r>
                    </a:p>
                  </a:txBody>
                  <a:tcPr anchor="ctr">
                    <a:solidFill>
                      <a:srgbClr val="EC48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Human-in-the-loop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Approves before every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High /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Human-on-the-loop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Monitors a stream, can intervene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Limited / High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Human-in-command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Sets boundaries, standing override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rubber-stamp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An approver with a 100% approve rate over 500 decisions is a signal the gate isn't doing what you think it's doing.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EC489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Show the approver WHY the system proposed the action, not just the output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C489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Set an SLA the volume actually allows -- 500/day on one queue is HOTL wearing HITL's paperwork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C489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Sample-audit the approvals themselves as an ongoing MRM metric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Vendor and third-party AI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Most orgs call a model API or embed a vendor AI feature -- they don't train foundation models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Standard vendor security questionnaires don't ask the AI-specific questions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Ask: do you train on our data, what happens on a version bump, what's your incident SLA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Require: data-use restriction, version pinning or notice, audit rights, sub-model disclosure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Change management: a prompt edit is a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Behavior can change via: prompt edit, vendor model bump, corpus update, sampling params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None of these touch a pull request in most orgs -- and all four are governed changes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Rule: any change that can shift output distribution gets the review rigor of its tier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High-tier model doesn't stop being High-tier because 'only the prompt' changed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Incident response, the governance-specific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Triage against the risk tier, not just severity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Contain at the layer that's actually broken -- prompt, corpus, tool access, guardrail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Root-cause past 'the model hallucinated' -- that's a restatement, not a cause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Feed the finding back into the eval suite and the risk register, or it wasn't reviewed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Audit trail as a byproduct, not a chore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regulator/auditor asks for: inventory + tier, model card, oversight evidence, change history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one of those should already exist from good engineering practice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Eval suite output IS the evidence. Traces tagged with prompt/model version ARE the change log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governance function's job: make sure it exists and is legible, not invent a parallel trail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Your 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Take a real use case through code/ai_risk_register_template.py, get a defensible tier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Name the specific committee/role that signs off at that tier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Sketch the human-oversight posture it needs and why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List three pieces of evidence an auditor would ask for a year later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C489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Then: Module 13 -- AI Security, or Module 14 -- AI Compliance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C4899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