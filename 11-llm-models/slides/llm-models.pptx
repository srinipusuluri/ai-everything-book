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this out loud before anything else. It's the module's whole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major provider has converged on roughly this shape. Recognizing it transfers across vendors.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licensing nuance surprises people constantly -- a model being downloadable doesn't settle the legal question. Module 14 has the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code/model_selection_scorer.py implements exactly this workflow -- run it live with the audience's own numbers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Module 01 test-set-leakage lesson, replayed at the scale of an entire industry's shared benchmarks.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of September 2026 -- say this explicitly every time this slide is shown. Link to official pricing pages, never quote a price as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MODULE 11</a:t>
            </a:r>
          </a:p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The LLM Model Landscape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8EAF2"/>
                </a:solidFill>
                <a:latin typeface="Calibri"/>
              </a:rPr>
              <a:t>Selecting, comparing and migrating -- not memorizing a leaderboard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F4444"/>
                </a:solidFill>
                <a:latin typeface="Calibri"/>
              </a:rPr>
              <a:t>AI End-to-End Learning Track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4"/>
                </a:solidFill>
                <a:latin typeface="Calibri"/>
              </a:rPr>
              <a:t>Notes · Code · Labs · Papers — see the module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This module teaches a framework, not a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model landscape changes on a timescale of weeks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Any specific number in this deck will be stale by the time you read it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What survives: how to choose, how to read a benchmark, how to migrate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One dated snapshot table IS included -- clearly labeled, verify before trusting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tier structure every provider converges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2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anchor="ctr"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Trade-off</a:t>
                      </a:r>
                    </a:p>
                  </a:txBody>
                  <a:tcPr anchor="ctr">
                    <a:solidFill>
                      <a:srgbClr val="EF44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Frontier/flagship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max capability, max cost, max latency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Mid/balanced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the workhorse for most production traffic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Small/fast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cheap, low-latency, high-volume or simple tasks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Reasoning variant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trades latency for quality on hard problems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Proprietary vs. open-weights: the real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3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Axis</a:t>
                      </a:r>
                    </a:p>
                  </a:txBody>
                  <a:tcPr anchor="ctr"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Consideration</a:t>
                      </a:r>
                    </a:p>
                  </a:txBody>
                  <a:tcPr anchor="ctr">
                    <a:solidFill>
                      <a:srgbClr val="EF44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Data residency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self-hosting gives full control; API means trusting the provider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Customization depth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full fine-tuning vs. API-level adaptation only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Cost at 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self-hosting break-even depends on utilization -- see Module 04's calculator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Support/liability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who do you call when it's wrong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Licensing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'open weights' does NOT mean unrestricted use of outputs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selection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4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Define your accuracy bar, latency budget, cost budget, and compliance constraints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EF4444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THEN evaluate candidates against YOUR eval set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EF4444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NEVER against a public leaderboard alone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EF4444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 leaderboard builds your shortlist. Your eval set makes the decision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Benchmark literacy: read the number, then distrust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MMLU has documented label errors and is approaching saturation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SWE-bench and GPQA are the current harder differentiators -- for now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Chatbot Arena's Elo has its own biases: style and length preference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single score answers neither 'is this real' nor 'is this reproducible'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Two things a single benchmark number hides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CONTAMINATION: did this exact problem leak into training data?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code/benchmark_literacy_demo.py constructs held-out variants to expose this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VARIANCE: is a 2-point gap a real capability difference or sampling noise?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Check both before letting a benchmark move a real decision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Context window as a selection axis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Advertised context and USABLE context are different numbers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'Lost in the middle' and context rot apply here too -- see Module 04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Match context needs to the actual task; don't default to the biggest number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bigger context window is not free -- cost and latency scale with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Specialization: when smaller wins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General-purpose frontier models are not always the right tool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domain-fine-tuned model (code, medical, legal) can beat a larger generalist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Smaller + specialized often wins on cost, latency, AND accuracy for a narrow task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Test this explicitly -- don't assume bigger is always better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Multi-model strategy: don't marry one provider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Design your app with an abstraction layer -- the gateway pattern from Module 10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What breaks when you swap models: prompt sensitivity, tool-call format quirks,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  different default verbosity, subtly different refusal behavior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migration is a project with a checklist, not a config change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Versioning and deprecation: an ongoing obligation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Providers deprecate model versions on a timeline -- this doesn't stop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Pin versions deliberately; know what 'latest' aliases actually resolve to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provider updating 'latest' under you IS a silent model change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Your eval suite (Module 15) is what catches the regression when that happens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Snapshot: frontier families (dated, verify before use)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11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anchor="ctr"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Typical strength/fit</a:t>
                      </a:r>
                    </a:p>
                  </a:txBody>
                  <a:tcPr anchor="ctr">
                    <a:solidFill>
                      <a:srgbClr val="EF44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Anthropic Claude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agentic coding, long-running tool-use, consistent tool-calling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OpenAI GPT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broad general-purpose, large ecosystem, frequent reasoning releases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Google Gemini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very large context across the whole tier 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Meta Llama / Mistral / DeepSeek / Qwen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open-weights: control, self-hosting, cost at scale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Exit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Run code/model_selection_scorer.py with your own real task profile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Run code/benchmark_literacy_demo.py and explain contamination vs. variance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State the selection framework from memory: constraints first, leaderboard never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Name three things that break in a naive model migration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EF4444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Next: Module 12 -- AI Governance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Now go build.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code/ — run it   ·   lab/EXERCISES.md — break it   ·   papers/ — go deeper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F4444"/>
                </a:solidFill>
                <a:latin typeface="Calibri"/>
              </a:rPr>
              <a:t>AI End-to-End Learning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